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5F520E-051E-4412-B758-B36B1C04D9C9}" v="1" dt="2023-09-20T05:46:26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4660"/>
  </p:normalViewPr>
  <p:slideViewPr>
    <p:cSldViewPr snapToGrid="0">
      <p:cViewPr>
        <p:scale>
          <a:sx n="75" d="100"/>
          <a:sy n="75" d="100"/>
        </p:scale>
        <p:origin x="1842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84968-BC4D-3914-8FFA-43D80AA13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A9B84B-2323-3760-562A-CE7A9D52C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7240E-B53A-D221-640F-243505BC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DAE7-A5DC-48B2-B0E8-2E5588320AC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B9B44-00D5-FA4F-2C38-6FF6561FB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E6B09-165F-6128-7CC9-0225EB94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1EE6-5893-4BC7-BF28-628929558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7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4033B-9A51-EC5F-5393-22481DB7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D12AF-0187-CDB9-BBD2-7D6ADE66B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B05F7-F8CF-9522-C798-3C943FFF5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DAE7-A5DC-48B2-B0E8-2E5588320AC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0C51F-9E74-5822-374D-FFE368D53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9B513-61F5-701E-2987-72F0D6652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1EE6-5893-4BC7-BF28-628929558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88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887AF-2D79-17E4-105B-78DE6B645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763B1-845A-E8E9-AC53-6A318712C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EBEA3-522E-5530-D948-9697687FD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DAE7-A5DC-48B2-B0E8-2E5588320AC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B04F5-D20B-14FF-F61C-0D7E399C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7C18DB-411F-5E20-A7D4-FF5EDE57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1EE6-5893-4BC7-BF28-628929558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3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34AE7-F570-5D3B-6019-718EAB56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44C3A-8CF7-D4BF-4980-0B8497DD6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E4CFA-1313-4A88-E2FA-5B2E2F2FE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01F229-8782-4394-2871-A90955B3E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DAE7-A5DC-48B2-B0E8-2E5588320AC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F143E-D2E4-73A0-93D4-5DF84CFE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02CCD-EF52-93AF-AC13-1837CC75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1EE6-5893-4BC7-BF28-628929558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0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4432-D179-7D75-BA4C-05FB52757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861E5-2457-47EA-158D-07C748B3F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027B7-194C-09B6-0F2A-D08651448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C6F9A5-4D37-6326-76BD-FBF066B0C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57141C-C089-51F6-C581-C07CF46C8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D1C5B6-6A57-8A1E-FF3F-95D6BE6B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DAE7-A5DC-48B2-B0E8-2E5588320AC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8BF46D-A400-A55E-8077-C37EC7F29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EA4C2-7FF5-FB91-5F92-16A3E2D86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1EE6-5893-4BC7-BF28-628929558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0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95FC-F85C-7C00-1D4F-3F919701C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30027D-5C92-3EE3-BEF9-AEF97519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DAE7-A5DC-48B2-B0E8-2E5588320AC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6BCC0-07D8-B457-1D4C-CD62A79A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AB198-F2DC-E884-A283-AA985AD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1EE6-5893-4BC7-BF28-628929558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37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39F2C4-C044-1AF0-2639-BC5FF260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DAE7-A5DC-48B2-B0E8-2E5588320AC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C0953C-B896-6E00-A374-96ABC103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A3C68-2D00-7251-97EC-9B6A8DE57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1EE6-5893-4BC7-BF28-628929558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6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C9522-B85A-2AA9-0DE3-936C43A08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E119E-22F4-13CC-F116-13F086D3F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95727-11EA-0512-11B6-22115321C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54B0E-9A96-DE13-4A50-1440EB23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DAE7-A5DC-48B2-B0E8-2E5588320AC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FB0D0-63CD-18F4-577F-F21474F2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B54BE-3D5E-5024-4594-66AA5BC2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1EE6-5893-4BC7-BF28-628929558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85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20E2-9CF1-15E3-0C27-828F8234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BDFA42-8376-1578-EAF0-782A19DAC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8E654-957E-225E-F97A-3FF767409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FBA18-8BC6-49D1-AD9F-48137A2CC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DAE7-A5DC-48B2-B0E8-2E5588320AC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D7C90-0C1F-2A76-530B-B603991AC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8DA6F-EED9-40BD-47D0-2F849138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1EE6-5893-4BC7-BF28-628929558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63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3519-D896-717E-0429-907F415B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9FDD5-5D9E-1EA8-F044-811529BBD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75355-967D-21C5-8DF5-1184F33E9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DAE7-A5DC-48B2-B0E8-2E5588320AC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F02BD-CEB0-7FB0-E745-BBC0DC60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3C531-AFF4-2DE9-5862-3716DCD4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1EE6-5893-4BC7-BF28-628929558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8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C17A93-A8B7-D3F9-3F3F-AB23925E8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83E35-E96E-6E7A-A88D-418497F2C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CE478-40F0-B0E4-EA52-215295D3C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CDAE7-A5DC-48B2-B0E8-2E5588320AC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0AF4B-81E7-5B85-0DB5-F6B9B7F49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728B2-47EB-5212-7D49-EBD7E3215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1EE6-5893-4BC7-BF28-628929558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72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2FB5A4-A1D1-D441-E847-9ECE346E4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CC5AA-5569-DE63-4905-85B7660D5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4E388-53BD-1069-D0D9-B90E11CA0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CDAE7-A5DC-48B2-B0E8-2E5588320AC1}" type="datetimeFigureOut">
              <a:rPr lang="en-US" smtClean="0"/>
              <a:t>8/20/2024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F460C-6D01-C9EC-30E0-1E06D6006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F391C-BFEF-13CB-F6C1-4848AAFC7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31EE6-5893-4BC7-BF28-628929558F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9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207">
            <a:extLst>
              <a:ext uri="{FF2B5EF4-FFF2-40B4-BE49-F238E27FC236}">
                <a16:creationId xmlns:a16="http://schemas.microsoft.com/office/drawing/2014/main" id="{D6F5C589-A41F-B4D6-C9FF-FD248EBD2231}"/>
              </a:ext>
            </a:extLst>
          </p:cNvPr>
          <p:cNvSpPr txBox="1"/>
          <p:nvPr/>
        </p:nvSpPr>
        <p:spPr>
          <a:xfrm>
            <a:off x="11166296" y="3795264"/>
            <a:ext cx="1300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EE35C3D-D53D-B8EB-FEE4-F5F844792D84}"/>
              </a:ext>
            </a:extLst>
          </p:cNvPr>
          <p:cNvSpPr txBox="1"/>
          <p:nvPr/>
        </p:nvSpPr>
        <p:spPr>
          <a:xfrm>
            <a:off x="10527471" y="77976"/>
            <a:ext cx="2041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Fc_4</a:t>
            </a:r>
          </a:p>
          <a:p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Fully-Connected</a:t>
            </a:r>
          </a:p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8D43670-F403-5D43-984D-6E213D282EEE}"/>
              </a:ext>
            </a:extLst>
          </p:cNvPr>
          <p:cNvCxnSpPr>
            <a:stCxn id="83" idx="3"/>
            <a:endCxn id="96" idx="2"/>
          </p:cNvCxnSpPr>
          <p:nvPr/>
        </p:nvCxnSpPr>
        <p:spPr>
          <a:xfrm flipV="1">
            <a:off x="9958408" y="1827404"/>
            <a:ext cx="242103" cy="2506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F75D952-0B59-CCB8-EC15-545D551849B0}"/>
              </a:ext>
            </a:extLst>
          </p:cNvPr>
          <p:cNvCxnSpPr>
            <a:stCxn id="84" idx="3"/>
            <a:endCxn id="97" idx="2"/>
          </p:cNvCxnSpPr>
          <p:nvPr/>
        </p:nvCxnSpPr>
        <p:spPr>
          <a:xfrm flipV="1">
            <a:off x="9958408" y="2118562"/>
            <a:ext cx="242103" cy="1880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C300BD5-FE69-C386-7A62-7F331BF454AC}"/>
              </a:ext>
            </a:extLst>
          </p:cNvPr>
          <p:cNvCxnSpPr>
            <a:stCxn id="86" idx="3"/>
            <a:endCxn id="99" idx="2"/>
          </p:cNvCxnSpPr>
          <p:nvPr/>
        </p:nvCxnSpPr>
        <p:spPr>
          <a:xfrm flipV="1">
            <a:off x="9959298" y="2756861"/>
            <a:ext cx="254937" cy="6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C00EFD88-3D41-7CEF-E9FF-C7D6177D369E}"/>
              </a:ext>
            </a:extLst>
          </p:cNvPr>
          <p:cNvCxnSpPr>
            <a:stCxn id="85" idx="3"/>
            <a:endCxn id="98" idx="2"/>
          </p:cNvCxnSpPr>
          <p:nvPr/>
        </p:nvCxnSpPr>
        <p:spPr>
          <a:xfrm flipV="1">
            <a:off x="9955785" y="2437004"/>
            <a:ext cx="244726" cy="945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CC45D2D5-FF11-5196-32FB-C44267D8126F}"/>
              </a:ext>
            </a:extLst>
          </p:cNvPr>
          <p:cNvCxnSpPr>
            <a:stCxn id="87" idx="3"/>
            <a:endCxn id="101" idx="1"/>
          </p:cNvCxnSpPr>
          <p:nvPr/>
        </p:nvCxnSpPr>
        <p:spPr>
          <a:xfrm>
            <a:off x="9958408" y="2987142"/>
            <a:ext cx="303866" cy="2676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64B7ADF-9028-0033-7ADD-E6EE8758FF95}"/>
              </a:ext>
            </a:extLst>
          </p:cNvPr>
          <p:cNvCxnSpPr>
            <a:stCxn id="95" idx="3"/>
            <a:endCxn id="100" idx="2"/>
          </p:cNvCxnSpPr>
          <p:nvPr/>
        </p:nvCxnSpPr>
        <p:spPr>
          <a:xfrm>
            <a:off x="9958408" y="3527416"/>
            <a:ext cx="276893" cy="889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0DBD1B74-1D9E-AD9C-F039-0FE3B8FCF4C2}"/>
              </a:ext>
            </a:extLst>
          </p:cNvPr>
          <p:cNvGrpSpPr/>
          <p:nvPr/>
        </p:nvGrpSpPr>
        <p:grpSpPr>
          <a:xfrm>
            <a:off x="9633055" y="1970472"/>
            <a:ext cx="326243" cy="1664520"/>
            <a:chOff x="9254864" y="1922735"/>
            <a:chExt cx="326243" cy="1664520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AE84BBF-941F-2C19-BED6-611CE228E31A}"/>
                </a:ext>
              </a:extLst>
            </p:cNvPr>
            <p:cNvSpPr/>
            <p:nvPr/>
          </p:nvSpPr>
          <p:spPr>
            <a:xfrm>
              <a:off x="9257487" y="1922735"/>
              <a:ext cx="322730" cy="2151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7821B4F-5CED-C5BA-81B2-86922782DE01}"/>
                </a:ext>
              </a:extLst>
            </p:cNvPr>
            <p:cNvSpPr/>
            <p:nvPr/>
          </p:nvSpPr>
          <p:spPr>
            <a:xfrm>
              <a:off x="9257487" y="2151335"/>
              <a:ext cx="322730" cy="2151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56B5F5F-EA4A-B719-797C-6A2CCB062C6E}"/>
                </a:ext>
              </a:extLst>
            </p:cNvPr>
            <p:cNvSpPr/>
            <p:nvPr/>
          </p:nvSpPr>
          <p:spPr>
            <a:xfrm>
              <a:off x="9254864" y="2376256"/>
              <a:ext cx="322730" cy="2151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B5D05FC-2A18-30E5-2C39-510FC3DC2E07}"/>
                </a:ext>
              </a:extLst>
            </p:cNvPr>
            <p:cNvSpPr/>
            <p:nvPr/>
          </p:nvSpPr>
          <p:spPr>
            <a:xfrm>
              <a:off x="9258377" y="2608535"/>
              <a:ext cx="322730" cy="2151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939A440-0665-1528-AB27-D921A4F7B1CA}"/>
                </a:ext>
              </a:extLst>
            </p:cNvPr>
            <p:cNvSpPr/>
            <p:nvPr/>
          </p:nvSpPr>
          <p:spPr>
            <a:xfrm>
              <a:off x="9257487" y="2831828"/>
              <a:ext cx="322730" cy="2151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965AE94-4A88-3584-6EB5-E2BF553A083D}"/>
                </a:ext>
              </a:extLst>
            </p:cNvPr>
            <p:cNvSpPr/>
            <p:nvPr/>
          </p:nvSpPr>
          <p:spPr>
            <a:xfrm>
              <a:off x="9373133" y="3070829"/>
              <a:ext cx="45719" cy="4571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9DE105C-5DD7-C105-5D4F-CA414E83C92B}"/>
                </a:ext>
              </a:extLst>
            </p:cNvPr>
            <p:cNvSpPr/>
            <p:nvPr/>
          </p:nvSpPr>
          <p:spPr>
            <a:xfrm>
              <a:off x="9370510" y="3167426"/>
              <a:ext cx="45719" cy="4571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2A9CDCE-1559-A14C-F833-E757698A2EE1}"/>
                </a:ext>
              </a:extLst>
            </p:cNvPr>
            <p:cNvSpPr/>
            <p:nvPr/>
          </p:nvSpPr>
          <p:spPr>
            <a:xfrm>
              <a:off x="9371808" y="3268149"/>
              <a:ext cx="45719" cy="4571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C3D6D03-544B-7698-C511-B8280F78B9D1}"/>
                </a:ext>
              </a:extLst>
            </p:cNvPr>
            <p:cNvSpPr/>
            <p:nvPr/>
          </p:nvSpPr>
          <p:spPr>
            <a:xfrm>
              <a:off x="9257487" y="3372102"/>
              <a:ext cx="322730" cy="2151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88AF6E3-5766-DF62-6D34-8A2D34231CC8}"/>
              </a:ext>
            </a:extLst>
          </p:cNvPr>
          <p:cNvGrpSpPr/>
          <p:nvPr/>
        </p:nvGrpSpPr>
        <p:grpSpPr>
          <a:xfrm>
            <a:off x="10200511" y="1719827"/>
            <a:ext cx="617092" cy="2004088"/>
            <a:chOff x="10004612" y="1739153"/>
            <a:chExt cx="617092" cy="2004088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7902159-383B-365D-EF0F-853D886E9543}"/>
                </a:ext>
              </a:extLst>
            </p:cNvPr>
            <p:cNvSpPr/>
            <p:nvPr/>
          </p:nvSpPr>
          <p:spPr>
            <a:xfrm>
              <a:off x="10004612" y="1739153"/>
              <a:ext cx="227106" cy="2151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0059656-EC61-63D9-9C89-B8BE195B67A6}"/>
                </a:ext>
              </a:extLst>
            </p:cNvPr>
            <p:cNvSpPr/>
            <p:nvPr/>
          </p:nvSpPr>
          <p:spPr>
            <a:xfrm>
              <a:off x="10004612" y="2030311"/>
              <a:ext cx="227106" cy="2151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9894BC8-E25F-5978-0539-968266CE7C71}"/>
                </a:ext>
              </a:extLst>
            </p:cNvPr>
            <p:cNvSpPr/>
            <p:nvPr/>
          </p:nvSpPr>
          <p:spPr>
            <a:xfrm>
              <a:off x="10004612" y="2348753"/>
              <a:ext cx="227106" cy="2151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6BC83CC-1E3E-170E-DABF-DD4A7EA7B21C}"/>
                </a:ext>
              </a:extLst>
            </p:cNvPr>
            <p:cNvSpPr/>
            <p:nvPr/>
          </p:nvSpPr>
          <p:spPr>
            <a:xfrm>
              <a:off x="10018336" y="2668610"/>
              <a:ext cx="227106" cy="2151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8AD908B-4379-42CD-3E66-E2BEB11DA42C}"/>
                </a:ext>
              </a:extLst>
            </p:cNvPr>
            <p:cNvSpPr/>
            <p:nvPr/>
          </p:nvSpPr>
          <p:spPr>
            <a:xfrm>
              <a:off x="10039402" y="3528088"/>
              <a:ext cx="227106" cy="2151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B3A841D4-43DC-4408-F8EF-3E6C11D28E39}"/>
                </a:ext>
              </a:extLst>
            </p:cNvPr>
            <p:cNvSpPr/>
            <p:nvPr/>
          </p:nvSpPr>
          <p:spPr>
            <a:xfrm>
              <a:off x="10033116" y="3242583"/>
              <a:ext cx="227106" cy="21515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D9E0EB7-6A47-2CAA-8A9E-095E670556C0}"/>
                </a:ext>
              </a:extLst>
            </p:cNvPr>
            <p:cNvSpPr/>
            <p:nvPr/>
          </p:nvSpPr>
          <p:spPr>
            <a:xfrm flipV="1">
              <a:off x="10117311" y="295066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4BB42119-8E90-72F4-B7CA-D2D74B600C4D}"/>
                </a:ext>
              </a:extLst>
            </p:cNvPr>
            <p:cNvSpPr/>
            <p:nvPr/>
          </p:nvSpPr>
          <p:spPr>
            <a:xfrm>
              <a:off x="10119203" y="314147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8984A48B-F5E0-105B-3885-BFF568CBA486}"/>
                </a:ext>
              </a:extLst>
            </p:cNvPr>
            <p:cNvSpPr/>
            <p:nvPr/>
          </p:nvSpPr>
          <p:spPr>
            <a:xfrm>
              <a:off x="10387106" y="1990522"/>
              <a:ext cx="227106" cy="21515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99769AB9-24B6-1139-8D7A-68C21F6181DC}"/>
                </a:ext>
              </a:extLst>
            </p:cNvPr>
            <p:cNvSpPr/>
            <p:nvPr/>
          </p:nvSpPr>
          <p:spPr>
            <a:xfrm>
              <a:off x="10387106" y="2324624"/>
              <a:ext cx="227106" cy="21515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C5633955-C300-33F6-B8C7-4E84C863CBE1}"/>
                </a:ext>
              </a:extLst>
            </p:cNvPr>
            <p:cNvSpPr/>
            <p:nvPr/>
          </p:nvSpPr>
          <p:spPr>
            <a:xfrm>
              <a:off x="10386216" y="2630724"/>
              <a:ext cx="227106" cy="21515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EF89A3EC-8CE5-EA7D-4902-A4FA7AF63C2B}"/>
                </a:ext>
              </a:extLst>
            </p:cNvPr>
            <p:cNvSpPr/>
            <p:nvPr/>
          </p:nvSpPr>
          <p:spPr>
            <a:xfrm>
              <a:off x="10394598" y="3224517"/>
              <a:ext cx="227106" cy="21515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DE471454-A273-853D-DCA1-C82D67E17C53}"/>
                </a:ext>
              </a:extLst>
            </p:cNvPr>
            <p:cNvSpPr/>
            <p:nvPr/>
          </p:nvSpPr>
          <p:spPr>
            <a:xfrm>
              <a:off x="10121013" y="304796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0A6F7D0C-D419-8EDE-BA23-BDC1B594755F}"/>
                </a:ext>
              </a:extLst>
            </p:cNvPr>
            <p:cNvSpPr/>
            <p:nvPr/>
          </p:nvSpPr>
          <p:spPr>
            <a:xfrm>
              <a:off x="10486469" y="2913964"/>
              <a:ext cx="45719" cy="457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BCD93368-F350-EC31-2D41-C8B90C4C353E}"/>
                </a:ext>
              </a:extLst>
            </p:cNvPr>
            <p:cNvSpPr/>
            <p:nvPr/>
          </p:nvSpPr>
          <p:spPr>
            <a:xfrm>
              <a:off x="10486469" y="3148281"/>
              <a:ext cx="45719" cy="457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1C8969C-CFC2-D42F-F418-266AC5514432}"/>
                </a:ext>
              </a:extLst>
            </p:cNvPr>
            <p:cNvSpPr/>
            <p:nvPr/>
          </p:nvSpPr>
          <p:spPr>
            <a:xfrm>
              <a:off x="10481752" y="3025109"/>
              <a:ext cx="45719" cy="457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1AB36AD-545D-FB14-1D7F-EA0DB240EF36}"/>
                </a:ext>
              </a:extLst>
            </p:cNvPr>
            <p:cNvCxnSpPr>
              <a:stCxn id="96" idx="6"/>
              <a:endCxn id="130" idx="1"/>
            </p:cNvCxnSpPr>
            <p:nvPr/>
          </p:nvCxnSpPr>
          <p:spPr>
            <a:xfrm>
              <a:off x="10231718" y="1846730"/>
              <a:ext cx="188647" cy="1753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9BC178B-6F22-6FD5-FF4E-C1C3274142A8}"/>
                </a:ext>
              </a:extLst>
            </p:cNvPr>
            <p:cNvCxnSpPr>
              <a:stCxn id="96" idx="5"/>
              <a:endCxn id="131" idx="1"/>
            </p:cNvCxnSpPr>
            <p:nvPr/>
          </p:nvCxnSpPr>
          <p:spPr>
            <a:xfrm>
              <a:off x="10198459" y="1922798"/>
              <a:ext cx="221906" cy="4333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175322FB-D9BF-9912-AA19-99FF8E90BF2F}"/>
                </a:ext>
              </a:extLst>
            </p:cNvPr>
            <p:cNvCxnSpPr>
              <a:stCxn id="96" idx="5"/>
              <a:endCxn id="132" idx="1"/>
            </p:cNvCxnSpPr>
            <p:nvPr/>
          </p:nvCxnSpPr>
          <p:spPr>
            <a:xfrm>
              <a:off x="10198459" y="1922798"/>
              <a:ext cx="221016" cy="7394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F90347E3-9D35-B04A-EACC-0EDB302A2FA2}"/>
                </a:ext>
              </a:extLst>
            </p:cNvPr>
            <p:cNvCxnSpPr>
              <a:cxnSpLocks/>
              <a:endCxn id="133" idx="1"/>
            </p:cNvCxnSpPr>
            <p:nvPr/>
          </p:nvCxnSpPr>
          <p:spPr>
            <a:xfrm>
              <a:off x="10231718" y="1869946"/>
              <a:ext cx="196139" cy="138607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790D93E-3246-07E8-20CE-CB296656CE18}"/>
                </a:ext>
              </a:extLst>
            </p:cNvPr>
            <p:cNvCxnSpPr>
              <a:stCxn id="97" idx="6"/>
              <a:endCxn id="130" idx="2"/>
            </p:cNvCxnSpPr>
            <p:nvPr/>
          </p:nvCxnSpPr>
          <p:spPr>
            <a:xfrm flipV="1">
              <a:off x="10231718" y="2098099"/>
              <a:ext cx="155388" cy="397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8A2E4D7C-FBF9-E4A6-2DC5-D34316A76CE7}"/>
                </a:ext>
              </a:extLst>
            </p:cNvPr>
            <p:cNvCxnSpPr>
              <a:stCxn id="97" idx="5"/>
              <a:endCxn id="131" idx="1"/>
            </p:cNvCxnSpPr>
            <p:nvPr/>
          </p:nvCxnSpPr>
          <p:spPr>
            <a:xfrm>
              <a:off x="10198459" y="2213956"/>
              <a:ext cx="221906" cy="1421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3C202874-1DCF-F657-1A82-1A7E63EAA32D}"/>
                </a:ext>
              </a:extLst>
            </p:cNvPr>
            <p:cNvCxnSpPr>
              <a:stCxn id="97" idx="5"/>
              <a:endCxn id="132" idx="1"/>
            </p:cNvCxnSpPr>
            <p:nvPr/>
          </p:nvCxnSpPr>
          <p:spPr>
            <a:xfrm>
              <a:off x="10198459" y="2213956"/>
              <a:ext cx="221016" cy="4482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14E71DB-0DE5-24CB-5F25-05973C52BA34}"/>
                </a:ext>
              </a:extLst>
            </p:cNvPr>
            <p:cNvCxnSpPr>
              <a:stCxn id="97" idx="5"/>
              <a:endCxn id="133" idx="1"/>
            </p:cNvCxnSpPr>
            <p:nvPr/>
          </p:nvCxnSpPr>
          <p:spPr>
            <a:xfrm>
              <a:off x="10198459" y="2213956"/>
              <a:ext cx="229398" cy="10420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4FC1FA5-B71C-19DF-E3D9-8216F0C2C093}"/>
                </a:ext>
              </a:extLst>
            </p:cNvPr>
            <p:cNvCxnSpPr>
              <a:stCxn id="98" idx="5"/>
              <a:endCxn id="130" idx="2"/>
            </p:cNvCxnSpPr>
            <p:nvPr/>
          </p:nvCxnSpPr>
          <p:spPr>
            <a:xfrm flipV="1">
              <a:off x="10198459" y="2098099"/>
              <a:ext cx="188647" cy="4342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9421CAAB-3EB6-0939-FF7F-6408648C5D27}"/>
                </a:ext>
              </a:extLst>
            </p:cNvPr>
            <p:cNvCxnSpPr>
              <a:stCxn id="98" idx="5"/>
              <a:endCxn id="131" idx="2"/>
            </p:cNvCxnSpPr>
            <p:nvPr/>
          </p:nvCxnSpPr>
          <p:spPr>
            <a:xfrm flipV="1">
              <a:off x="10198459" y="2432201"/>
              <a:ext cx="188647" cy="1001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685EA63E-D390-6392-1F70-47E5EFEB2CAD}"/>
                </a:ext>
              </a:extLst>
            </p:cNvPr>
            <p:cNvCxnSpPr>
              <a:stCxn id="98" idx="5"/>
              <a:endCxn id="132" idx="1"/>
            </p:cNvCxnSpPr>
            <p:nvPr/>
          </p:nvCxnSpPr>
          <p:spPr>
            <a:xfrm>
              <a:off x="10198459" y="2532398"/>
              <a:ext cx="221016" cy="1298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54298A98-60BC-3F7E-391A-AFFEE6247040}"/>
                </a:ext>
              </a:extLst>
            </p:cNvPr>
            <p:cNvCxnSpPr>
              <a:stCxn id="98" idx="5"/>
              <a:endCxn id="133" idx="1"/>
            </p:cNvCxnSpPr>
            <p:nvPr/>
          </p:nvCxnSpPr>
          <p:spPr>
            <a:xfrm>
              <a:off x="10198459" y="2532398"/>
              <a:ext cx="229398" cy="7236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AC0C3E00-783A-EDA3-ECA6-6E97E9B5B77C}"/>
                </a:ext>
              </a:extLst>
            </p:cNvPr>
            <p:cNvCxnSpPr>
              <a:stCxn id="99" idx="7"/>
              <a:endCxn id="130" idx="3"/>
            </p:cNvCxnSpPr>
            <p:nvPr/>
          </p:nvCxnSpPr>
          <p:spPr>
            <a:xfrm flipV="1">
              <a:off x="10212183" y="2174167"/>
              <a:ext cx="208182" cy="5259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A66A2589-3AD7-6E41-9D82-84C808A0C190}"/>
                </a:ext>
              </a:extLst>
            </p:cNvPr>
            <p:cNvCxnSpPr>
              <a:stCxn id="99" idx="7"/>
              <a:endCxn id="131" idx="3"/>
            </p:cNvCxnSpPr>
            <p:nvPr/>
          </p:nvCxnSpPr>
          <p:spPr>
            <a:xfrm flipV="1">
              <a:off x="10212183" y="2508269"/>
              <a:ext cx="208182" cy="191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326F846-F5D0-D85B-F2B8-A31912227BA1}"/>
                </a:ext>
              </a:extLst>
            </p:cNvPr>
            <p:cNvCxnSpPr>
              <a:stCxn id="99" idx="5"/>
              <a:endCxn id="132" idx="2"/>
            </p:cNvCxnSpPr>
            <p:nvPr/>
          </p:nvCxnSpPr>
          <p:spPr>
            <a:xfrm flipV="1">
              <a:off x="10212183" y="2738301"/>
              <a:ext cx="174033" cy="1139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AFAEAA5F-0DE3-57A8-67DA-B287EE7CCD66}"/>
                </a:ext>
              </a:extLst>
            </p:cNvPr>
            <p:cNvCxnSpPr>
              <a:stCxn id="99" idx="5"/>
              <a:endCxn id="133" idx="1"/>
            </p:cNvCxnSpPr>
            <p:nvPr/>
          </p:nvCxnSpPr>
          <p:spPr>
            <a:xfrm>
              <a:off x="10212183" y="2852255"/>
              <a:ext cx="215674" cy="4037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7F8AD587-11EE-8DE2-39E4-D09BC66694C0}"/>
                </a:ext>
              </a:extLst>
            </p:cNvPr>
            <p:cNvCxnSpPr>
              <a:stCxn id="101" idx="7"/>
              <a:endCxn id="130" idx="3"/>
            </p:cNvCxnSpPr>
            <p:nvPr/>
          </p:nvCxnSpPr>
          <p:spPr>
            <a:xfrm flipV="1">
              <a:off x="10226963" y="2174167"/>
              <a:ext cx="193402" cy="109992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EF8551A-095D-364F-7250-2536ED103BF7}"/>
                </a:ext>
              </a:extLst>
            </p:cNvPr>
            <p:cNvCxnSpPr>
              <a:stCxn id="101" idx="0"/>
              <a:endCxn id="131" idx="3"/>
            </p:cNvCxnSpPr>
            <p:nvPr/>
          </p:nvCxnSpPr>
          <p:spPr>
            <a:xfrm flipV="1">
              <a:off x="10146669" y="2508269"/>
              <a:ext cx="273696" cy="7343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11476979-D136-46E9-A651-0A6FD7D01C57}"/>
                </a:ext>
              </a:extLst>
            </p:cNvPr>
            <p:cNvCxnSpPr>
              <a:stCxn id="101" idx="0"/>
              <a:endCxn id="132" idx="2"/>
            </p:cNvCxnSpPr>
            <p:nvPr/>
          </p:nvCxnSpPr>
          <p:spPr>
            <a:xfrm flipV="1">
              <a:off x="10146669" y="2738301"/>
              <a:ext cx="239547" cy="5042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627A4D54-B74A-3F62-3AB4-A055F3C625DF}"/>
                </a:ext>
              </a:extLst>
            </p:cNvPr>
            <p:cNvCxnSpPr>
              <a:stCxn id="101" idx="0"/>
              <a:endCxn id="132" idx="3"/>
            </p:cNvCxnSpPr>
            <p:nvPr/>
          </p:nvCxnSpPr>
          <p:spPr>
            <a:xfrm flipV="1">
              <a:off x="10146669" y="2814369"/>
              <a:ext cx="272806" cy="4282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F456B46D-842A-D1DD-885D-EE591CFB1AC1}"/>
                </a:ext>
              </a:extLst>
            </p:cNvPr>
            <p:cNvCxnSpPr>
              <a:stCxn id="101" idx="6"/>
              <a:endCxn id="133" idx="2"/>
            </p:cNvCxnSpPr>
            <p:nvPr/>
          </p:nvCxnSpPr>
          <p:spPr>
            <a:xfrm flipV="1">
              <a:off x="10260222" y="3332094"/>
              <a:ext cx="134376" cy="180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20BD8F37-CB73-FE73-F682-8FC93BD5B760}"/>
                </a:ext>
              </a:extLst>
            </p:cNvPr>
            <p:cNvCxnSpPr>
              <a:stCxn id="100" idx="7"/>
              <a:endCxn id="133" idx="2"/>
            </p:cNvCxnSpPr>
            <p:nvPr/>
          </p:nvCxnSpPr>
          <p:spPr>
            <a:xfrm flipV="1">
              <a:off x="10233249" y="3332094"/>
              <a:ext cx="161349" cy="2275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82D81500-1BEB-7F7E-3D5C-2A01D89E3677}"/>
                </a:ext>
              </a:extLst>
            </p:cNvPr>
            <p:cNvCxnSpPr>
              <a:stCxn id="100" idx="7"/>
              <a:endCxn id="132" idx="3"/>
            </p:cNvCxnSpPr>
            <p:nvPr/>
          </p:nvCxnSpPr>
          <p:spPr>
            <a:xfrm flipV="1">
              <a:off x="10233249" y="2814369"/>
              <a:ext cx="186226" cy="7452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D55EE77C-1BC3-2512-4E52-EE6E94B4BF54}"/>
                </a:ext>
              </a:extLst>
            </p:cNvPr>
            <p:cNvCxnSpPr>
              <a:stCxn id="100" idx="7"/>
              <a:endCxn id="131" idx="3"/>
            </p:cNvCxnSpPr>
            <p:nvPr/>
          </p:nvCxnSpPr>
          <p:spPr>
            <a:xfrm flipV="1">
              <a:off x="10233249" y="2508269"/>
              <a:ext cx="187116" cy="10513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8D47B8AE-DC43-068F-F03C-DC14985C7A14}"/>
                </a:ext>
              </a:extLst>
            </p:cNvPr>
            <p:cNvCxnSpPr>
              <a:stCxn id="100" idx="7"/>
              <a:endCxn id="130" idx="2"/>
            </p:cNvCxnSpPr>
            <p:nvPr/>
          </p:nvCxnSpPr>
          <p:spPr>
            <a:xfrm flipV="1">
              <a:off x="10233249" y="2098099"/>
              <a:ext cx="153857" cy="146149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1" name="TextBox 200">
            <a:extLst>
              <a:ext uri="{FF2B5EF4-FFF2-40B4-BE49-F238E27FC236}">
                <a16:creationId xmlns:a16="http://schemas.microsoft.com/office/drawing/2014/main" id="{56F1E9AC-72EF-7735-15E0-40A4E5711397}"/>
              </a:ext>
            </a:extLst>
          </p:cNvPr>
          <p:cNvSpPr txBox="1"/>
          <p:nvPr/>
        </p:nvSpPr>
        <p:spPr>
          <a:xfrm>
            <a:off x="2512318" y="3877079"/>
            <a:ext cx="1300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 Channel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E7C759DB-5558-E21C-3D06-B8DD722797C4}"/>
              </a:ext>
            </a:extLst>
          </p:cNvPr>
          <p:cNvSpPr txBox="1"/>
          <p:nvPr/>
        </p:nvSpPr>
        <p:spPr>
          <a:xfrm>
            <a:off x="6535024" y="3885310"/>
            <a:ext cx="1300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n2 Channel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8AF4818-EED1-A6E6-2BB4-0049D9C765BC}"/>
              </a:ext>
            </a:extLst>
          </p:cNvPr>
          <p:cNvSpPr txBox="1"/>
          <p:nvPr/>
        </p:nvSpPr>
        <p:spPr>
          <a:xfrm>
            <a:off x="4614229" y="3875785"/>
            <a:ext cx="1300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 Channel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B585DCBD-BD14-7625-76F7-37B13BE1F68C}"/>
              </a:ext>
            </a:extLst>
          </p:cNvPr>
          <p:cNvSpPr txBox="1"/>
          <p:nvPr/>
        </p:nvSpPr>
        <p:spPr>
          <a:xfrm>
            <a:off x="7973706" y="3878222"/>
            <a:ext cx="1300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n2 Channel</a:t>
            </a:r>
          </a:p>
        </p:txBody>
      </p:sp>
      <p:sp>
        <p:nvSpPr>
          <p:cNvPr id="205" name="Left Brace 204">
            <a:extLst>
              <a:ext uri="{FF2B5EF4-FFF2-40B4-BE49-F238E27FC236}">
                <a16:creationId xmlns:a16="http://schemas.microsoft.com/office/drawing/2014/main" id="{BC1783CB-5290-2713-193C-560A18F7651C}"/>
              </a:ext>
            </a:extLst>
          </p:cNvPr>
          <p:cNvSpPr/>
          <p:nvPr/>
        </p:nvSpPr>
        <p:spPr>
          <a:xfrm rot="16200000">
            <a:off x="4555930" y="-250116"/>
            <a:ext cx="133481" cy="876909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9FD4D864-F063-6D64-642E-3DDCF83FCB0D}"/>
              </a:ext>
            </a:extLst>
          </p:cNvPr>
          <p:cNvSpPr txBox="1"/>
          <p:nvPr/>
        </p:nvSpPr>
        <p:spPr>
          <a:xfrm>
            <a:off x="9146493" y="3862942"/>
            <a:ext cx="1300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Flattened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D0C556E5-2E90-72B7-F3D9-8F580B74CB7B}"/>
              </a:ext>
            </a:extLst>
          </p:cNvPr>
          <p:cNvSpPr txBox="1"/>
          <p:nvPr/>
        </p:nvSpPr>
        <p:spPr>
          <a:xfrm>
            <a:off x="9959895" y="3842074"/>
            <a:ext cx="1300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n3 Units</a:t>
            </a:r>
          </a:p>
        </p:txBody>
      </p:sp>
      <p:sp>
        <p:nvSpPr>
          <p:cNvPr id="209" name="Left Brace 208">
            <a:extLst>
              <a:ext uri="{FF2B5EF4-FFF2-40B4-BE49-F238E27FC236}">
                <a16:creationId xmlns:a16="http://schemas.microsoft.com/office/drawing/2014/main" id="{6CB86C7E-C5D7-183E-751B-CA4D387BD5C1}"/>
              </a:ext>
            </a:extLst>
          </p:cNvPr>
          <p:cNvSpPr/>
          <p:nvPr/>
        </p:nvSpPr>
        <p:spPr>
          <a:xfrm rot="16200000">
            <a:off x="9845991" y="3353990"/>
            <a:ext cx="218375" cy="1562809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" name="Left Brace 209">
            <a:extLst>
              <a:ext uri="{FF2B5EF4-FFF2-40B4-BE49-F238E27FC236}">
                <a16:creationId xmlns:a16="http://schemas.microsoft.com/office/drawing/2014/main" id="{7565E416-4D72-9887-088C-B506F910D61E}"/>
              </a:ext>
            </a:extLst>
          </p:cNvPr>
          <p:cNvSpPr/>
          <p:nvPr/>
        </p:nvSpPr>
        <p:spPr>
          <a:xfrm rot="16200000">
            <a:off x="11476263" y="3572088"/>
            <a:ext cx="150083" cy="109191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1643B377-9DF0-1E53-0D58-6F8092378833}"/>
              </a:ext>
            </a:extLst>
          </p:cNvPr>
          <p:cNvSpPr txBox="1"/>
          <p:nvPr/>
        </p:nvSpPr>
        <p:spPr>
          <a:xfrm>
            <a:off x="5060380" y="4180255"/>
            <a:ext cx="1600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1B74C01E-8061-AB25-B8FC-35A328FDC01A}"/>
              </a:ext>
            </a:extLst>
          </p:cNvPr>
          <p:cNvSpPr txBox="1"/>
          <p:nvPr/>
        </p:nvSpPr>
        <p:spPr>
          <a:xfrm>
            <a:off x="9430125" y="4225010"/>
            <a:ext cx="16003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16AD39D-2CE9-51AD-5139-D7CF5A3D959F}"/>
              </a:ext>
            </a:extLst>
          </p:cNvPr>
          <p:cNvSpPr txBox="1"/>
          <p:nvPr/>
        </p:nvSpPr>
        <p:spPr>
          <a:xfrm>
            <a:off x="1353522" y="1091579"/>
            <a:ext cx="2041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Conv_1</a:t>
            </a:r>
          </a:p>
          <a:p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(3x3) Kernel </a:t>
            </a:r>
          </a:p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Padding</a:t>
            </a:r>
          </a:p>
        </p:txBody>
      </p:sp>
      <p:sp>
        <p:nvSpPr>
          <p:cNvPr id="216" name="Left Brace 215">
            <a:extLst>
              <a:ext uri="{FF2B5EF4-FFF2-40B4-BE49-F238E27FC236}">
                <a16:creationId xmlns:a16="http://schemas.microsoft.com/office/drawing/2014/main" id="{20A1840A-3BA4-AA03-36F7-AE200EB9BFD7}"/>
              </a:ext>
            </a:extLst>
          </p:cNvPr>
          <p:cNvSpPr/>
          <p:nvPr/>
        </p:nvSpPr>
        <p:spPr>
          <a:xfrm rot="5400000">
            <a:off x="1960109" y="1322998"/>
            <a:ext cx="161745" cy="178707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7" name="Left Brace 216">
            <a:extLst>
              <a:ext uri="{FF2B5EF4-FFF2-40B4-BE49-F238E27FC236}">
                <a16:creationId xmlns:a16="http://schemas.microsoft.com/office/drawing/2014/main" id="{A4C3C192-469B-E512-4B83-2B9BEB61F79E}"/>
              </a:ext>
            </a:extLst>
          </p:cNvPr>
          <p:cNvSpPr/>
          <p:nvPr/>
        </p:nvSpPr>
        <p:spPr>
          <a:xfrm rot="5400000">
            <a:off x="3618061" y="1570817"/>
            <a:ext cx="156449" cy="130131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E60AB97-F82C-98BF-1732-88B1A9135F7B}"/>
              </a:ext>
            </a:extLst>
          </p:cNvPr>
          <p:cNvSpPr txBox="1"/>
          <p:nvPr/>
        </p:nvSpPr>
        <p:spPr>
          <a:xfrm>
            <a:off x="3154899" y="1580862"/>
            <a:ext cx="1599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Max- Pooling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(2x2)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D31D6DE-E697-CE84-A772-649A27F42D9A}"/>
              </a:ext>
            </a:extLst>
          </p:cNvPr>
          <p:cNvSpPr txBox="1"/>
          <p:nvPr/>
        </p:nvSpPr>
        <p:spPr>
          <a:xfrm>
            <a:off x="7140698" y="1134344"/>
            <a:ext cx="2041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Conv_3</a:t>
            </a:r>
          </a:p>
          <a:p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(3x3) Kernel </a:t>
            </a:r>
          </a:p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Padding</a:t>
            </a:r>
          </a:p>
        </p:txBody>
      </p:sp>
      <p:sp>
        <p:nvSpPr>
          <p:cNvPr id="220" name="Left Brace 219">
            <a:extLst>
              <a:ext uri="{FF2B5EF4-FFF2-40B4-BE49-F238E27FC236}">
                <a16:creationId xmlns:a16="http://schemas.microsoft.com/office/drawing/2014/main" id="{1B8CFDA5-4872-554A-2034-56F37CF21D8B}"/>
              </a:ext>
            </a:extLst>
          </p:cNvPr>
          <p:cNvSpPr/>
          <p:nvPr/>
        </p:nvSpPr>
        <p:spPr>
          <a:xfrm rot="5400000">
            <a:off x="5058698" y="1517373"/>
            <a:ext cx="173988" cy="141303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1" name="Left Brace 220">
            <a:extLst>
              <a:ext uri="{FF2B5EF4-FFF2-40B4-BE49-F238E27FC236}">
                <a16:creationId xmlns:a16="http://schemas.microsoft.com/office/drawing/2014/main" id="{920608D8-C906-F79E-B29B-DDDD6CE9EA67}"/>
              </a:ext>
            </a:extLst>
          </p:cNvPr>
          <p:cNvSpPr/>
          <p:nvPr/>
        </p:nvSpPr>
        <p:spPr>
          <a:xfrm rot="5400000">
            <a:off x="6397399" y="1693412"/>
            <a:ext cx="187241" cy="1064135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80BD50A-ED9A-12A9-DF1E-3EAC0A0E8FB7}"/>
              </a:ext>
            </a:extLst>
          </p:cNvPr>
          <p:cNvSpPr txBox="1"/>
          <p:nvPr/>
        </p:nvSpPr>
        <p:spPr>
          <a:xfrm>
            <a:off x="5914328" y="1600481"/>
            <a:ext cx="1599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Max- Pooling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(2x2)</a:t>
            </a:r>
          </a:p>
        </p:txBody>
      </p:sp>
      <p:sp>
        <p:nvSpPr>
          <p:cNvPr id="223" name="Left Brace 222">
            <a:extLst>
              <a:ext uri="{FF2B5EF4-FFF2-40B4-BE49-F238E27FC236}">
                <a16:creationId xmlns:a16="http://schemas.microsoft.com/office/drawing/2014/main" id="{9B2560C6-DC3B-6AF7-03FE-D5E54AC57AF5}"/>
              </a:ext>
            </a:extLst>
          </p:cNvPr>
          <p:cNvSpPr/>
          <p:nvPr/>
        </p:nvSpPr>
        <p:spPr>
          <a:xfrm rot="5400000">
            <a:off x="9769156" y="1491010"/>
            <a:ext cx="127682" cy="490302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B0852962-2E8B-D5D9-EB40-32EC692839CE}"/>
              </a:ext>
            </a:extLst>
          </p:cNvPr>
          <p:cNvSpPr txBox="1"/>
          <p:nvPr/>
        </p:nvSpPr>
        <p:spPr>
          <a:xfrm>
            <a:off x="9129909" y="458751"/>
            <a:ext cx="2041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Fc_3</a:t>
            </a:r>
          </a:p>
          <a:p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Fully-Connected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</a:p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ReLU Activation</a:t>
            </a:r>
          </a:p>
        </p:txBody>
      </p:sp>
      <p:sp>
        <p:nvSpPr>
          <p:cNvPr id="226" name="Left Brace 225">
            <a:extLst>
              <a:ext uri="{FF2B5EF4-FFF2-40B4-BE49-F238E27FC236}">
                <a16:creationId xmlns:a16="http://schemas.microsoft.com/office/drawing/2014/main" id="{16900D58-76BC-65F3-3067-C98A128DE48E}"/>
              </a:ext>
            </a:extLst>
          </p:cNvPr>
          <p:cNvSpPr/>
          <p:nvPr/>
        </p:nvSpPr>
        <p:spPr>
          <a:xfrm rot="5400000">
            <a:off x="11176161" y="308849"/>
            <a:ext cx="167665" cy="1567515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630B5966-60D4-5AB0-BFB1-983DB17D2F63}"/>
              </a:ext>
            </a:extLst>
          </p:cNvPr>
          <p:cNvGrpSpPr/>
          <p:nvPr/>
        </p:nvGrpSpPr>
        <p:grpSpPr>
          <a:xfrm>
            <a:off x="1308732" y="2350724"/>
            <a:ext cx="1683453" cy="1464286"/>
            <a:chOff x="2071059" y="2366488"/>
            <a:chExt cx="1747157" cy="1458158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980881E-66B6-30A5-CB6C-F5AA28346805}"/>
                </a:ext>
              </a:extLst>
            </p:cNvPr>
            <p:cNvSpPr/>
            <p:nvPr/>
          </p:nvSpPr>
          <p:spPr>
            <a:xfrm>
              <a:off x="2071059" y="2366488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B4212B5-A822-3E60-B195-FFC180EACF14}"/>
                </a:ext>
              </a:extLst>
            </p:cNvPr>
            <p:cNvSpPr/>
            <p:nvPr/>
          </p:nvSpPr>
          <p:spPr>
            <a:xfrm>
              <a:off x="2090851" y="2402114"/>
              <a:ext cx="1122218" cy="84314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1F13D8-61FE-BDC1-F1ED-FC3F58CB7D4A}"/>
                </a:ext>
              </a:extLst>
            </p:cNvPr>
            <p:cNvSpPr/>
            <p:nvPr/>
          </p:nvSpPr>
          <p:spPr>
            <a:xfrm>
              <a:off x="2119550" y="2437740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DD870C1-E889-9BAF-2B19-C2E8D1A2ADB7}"/>
                </a:ext>
              </a:extLst>
            </p:cNvPr>
            <p:cNvSpPr/>
            <p:nvPr/>
          </p:nvSpPr>
          <p:spPr>
            <a:xfrm>
              <a:off x="2152207" y="2472376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DADE5E4-D6AC-82FC-9477-B42A610F1B1F}"/>
                </a:ext>
              </a:extLst>
            </p:cNvPr>
            <p:cNvSpPr/>
            <p:nvPr/>
          </p:nvSpPr>
          <p:spPr>
            <a:xfrm>
              <a:off x="2184864" y="2507012"/>
              <a:ext cx="1122218" cy="84314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1F8AEA-C1CC-012A-40E6-80398E1EE147}"/>
                </a:ext>
              </a:extLst>
            </p:cNvPr>
            <p:cNvSpPr/>
            <p:nvPr/>
          </p:nvSpPr>
          <p:spPr>
            <a:xfrm>
              <a:off x="2211584" y="2541648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F0DF67-EE6B-1F39-6C75-19E1C4151D5F}"/>
                </a:ext>
              </a:extLst>
            </p:cNvPr>
            <p:cNvSpPr/>
            <p:nvPr/>
          </p:nvSpPr>
          <p:spPr>
            <a:xfrm>
              <a:off x="2247210" y="2580242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886C88A-4958-7603-E04F-935C1C079113}"/>
                </a:ext>
              </a:extLst>
            </p:cNvPr>
            <p:cNvSpPr/>
            <p:nvPr/>
          </p:nvSpPr>
          <p:spPr>
            <a:xfrm>
              <a:off x="2268981" y="2610920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A5FD6EB-4487-CEC4-9C20-55C26BA6FCAB}"/>
                </a:ext>
              </a:extLst>
            </p:cNvPr>
            <p:cNvSpPr/>
            <p:nvPr/>
          </p:nvSpPr>
          <p:spPr>
            <a:xfrm>
              <a:off x="2305598" y="2642098"/>
              <a:ext cx="1122218" cy="84314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0AF6FA-0FB1-EBAE-B0CF-3A5CD49F8F48}"/>
                </a:ext>
              </a:extLst>
            </p:cNvPr>
            <p:cNvSpPr/>
            <p:nvPr/>
          </p:nvSpPr>
          <p:spPr>
            <a:xfrm>
              <a:off x="2341719" y="2663617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149DFF-B3AA-02D0-4CDC-C4FD71BC1EB1}"/>
                </a:ext>
              </a:extLst>
            </p:cNvPr>
            <p:cNvSpPr/>
            <p:nvPr/>
          </p:nvSpPr>
          <p:spPr>
            <a:xfrm>
              <a:off x="2377840" y="2685136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412F80-3E72-F0AE-0B21-A82177321C3B}"/>
                </a:ext>
              </a:extLst>
            </p:cNvPr>
            <p:cNvSpPr/>
            <p:nvPr/>
          </p:nvSpPr>
          <p:spPr>
            <a:xfrm>
              <a:off x="2413961" y="2724714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7658FEE-466A-57D5-D9B5-CDD5BD90EF23}"/>
                </a:ext>
              </a:extLst>
            </p:cNvPr>
            <p:cNvSpPr/>
            <p:nvPr/>
          </p:nvSpPr>
          <p:spPr>
            <a:xfrm>
              <a:off x="2450082" y="2760094"/>
              <a:ext cx="1122218" cy="84314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B83E6F-7080-875E-A7F6-A3CAB250531B}"/>
                </a:ext>
              </a:extLst>
            </p:cNvPr>
            <p:cNvSpPr/>
            <p:nvPr/>
          </p:nvSpPr>
          <p:spPr>
            <a:xfrm>
              <a:off x="2486203" y="2798822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5B10959-7D76-3F37-8328-917680C68FAF}"/>
                </a:ext>
              </a:extLst>
            </p:cNvPr>
            <p:cNvSpPr/>
            <p:nvPr/>
          </p:nvSpPr>
          <p:spPr>
            <a:xfrm>
              <a:off x="2522324" y="2845207"/>
              <a:ext cx="1122218" cy="843148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12A56EA-63E3-23D7-3B9E-C612C5809745}"/>
                </a:ext>
              </a:extLst>
            </p:cNvPr>
            <p:cNvSpPr/>
            <p:nvPr/>
          </p:nvSpPr>
          <p:spPr>
            <a:xfrm>
              <a:off x="2550029" y="2859314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4999C55-E9C6-E1D7-D159-2EB125332B03}"/>
                </a:ext>
              </a:extLst>
            </p:cNvPr>
            <p:cNvSpPr/>
            <p:nvPr/>
          </p:nvSpPr>
          <p:spPr>
            <a:xfrm>
              <a:off x="2576006" y="2874653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F989A76-5541-1DA6-922F-C0109EC1AA2F}"/>
                </a:ext>
              </a:extLst>
            </p:cNvPr>
            <p:cNvSpPr/>
            <p:nvPr/>
          </p:nvSpPr>
          <p:spPr>
            <a:xfrm>
              <a:off x="2604090" y="2902864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C97035F-EB26-C76A-0A86-FE93676F2904}"/>
                </a:ext>
              </a:extLst>
            </p:cNvPr>
            <p:cNvSpPr/>
            <p:nvPr/>
          </p:nvSpPr>
          <p:spPr>
            <a:xfrm>
              <a:off x="2636152" y="2942181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FD37F4D-E5F8-3B51-9BDA-EFC3DD2C2894}"/>
                </a:ext>
              </a:extLst>
            </p:cNvPr>
            <p:cNvSpPr/>
            <p:nvPr/>
          </p:nvSpPr>
          <p:spPr>
            <a:xfrm>
              <a:off x="2662779" y="2967273"/>
              <a:ext cx="1122218" cy="84314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E886947-CECD-35C4-9421-30D93C8C4F2F}"/>
                </a:ext>
              </a:extLst>
            </p:cNvPr>
            <p:cNvSpPr/>
            <p:nvPr/>
          </p:nvSpPr>
          <p:spPr>
            <a:xfrm>
              <a:off x="2695998" y="2981498"/>
              <a:ext cx="1122218" cy="84314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43E25127-706B-EE74-1BB3-E3AD20EC8101}"/>
                </a:ext>
              </a:extLst>
            </p:cNvPr>
            <p:cNvSpPr/>
            <p:nvPr/>
          </p:nvSpPr>
          <p:spPr>
            <a:xfrm>
              <a:off x="3468575" y="3511909"/>
              <a:ext cx="143391" cy="117996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74539D84-F496-6F5B-C28B-D764CDACE533}"/>
                </a:ext>
              </a:extLst>
            </p:cNvPr>
            <p:cNvSpPr/>
            <p:nvPr/>
          </p:nvSpPr>
          <p:spPr>
            <a:xfrm>
              <a:off x="2762600" y="3059719"/>
              <a:ext cx="45719" cy="4571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E2441477-4641-B906-F369-1DA0DE372A7C}"/>
              </a:ext>
            </a:extLst>
          </p:cNvPr>
          <p:cNvGrpSpPr/>
          <p:nvPr/>
        </p:nvGrpSpPr>
        <p:grpSpPr>
          <a:xfrm>
            <a:off x="4612790" y="2448210"/>
            <a:ext cx="1384415" cy="1109262"/>
            <a:chOff x="6114975" y="2471387"/>
            <a:chExt cx="1439816" cy="1147477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8CF6B20-2D59-486B-6EFF-E3EEE551637B}"/>
                </a:ext>
              </a:extLst>
            </p:cNvPr>
            <p:cNvSpPr/>
            <p:nvPr/>
          </p:nvSpPr>
          <p:spPr>
            <a:xfrm>
              <a:off x="6114975" y="2471387"/>
              <a:ext cx="915885" cy="676894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F1C3D79-B46D-7CC9-0E0A-B2268F099B44}"/>
                </a:ext>
              </a:extLst>
            </p:cNvPr>
            <p:cNvSpPr/>
            <p:nvPr/>
          </p:nvSpPr>
          <p:spPr>
            <a:xfrm>
              <a:off x="6147629" y="2513940"/>
              <a:ext cx="915885" cy="67689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4BFBD21-EB72-04E8-07E2-304519E4AD90}"/>
                </a:ext>
              </a:extLst>
            </p:cNvPr>
            <p:cNvSpPr/>
            <p:nvPr/>
          </p:nvSpPr>
          <p:spPr>
            <a:xfrm>
              <a:off x="6178060" y="2543502"/>
              <a:ext cx="915885" cy="67689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6235ADB-E8B4-0FD1-15B1-324C622B1CC0}"/>
                </a:ext>
              </a:extLst>
            </p:cNvPr>
            <p:cNvSpPr/>
            <p:nvPr/>
          </p:nvSpPr>
          <p:spPr>
            <a:xfrm>
              <a:off x="6212946" y="2570346"/>
              <a:ext cx="915885" cy="676894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96D687B-B88F-3290-5E6A-2E1337F4A9B6}"/>
                </a:ext>
              </a:extLst>
            </p:cNvPr>
            <p:cNvSpPr/>
            <p:nvPr/>
          </p:nvSpPr>
          <p:spPr>
            <a:xfrm>
              <a:off x="6246716" y="2603994"/>
              <a:ext cx="915885" cy="67689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55A8D09-4CFF-E826-F472-614A07012AAC}"/>
                </a:ext>
              </a:extLst>
            </p:cNvPr>
            <p:cNvSpPr/>
            <p:nvPr/>
          </p:nvSpPr>
          <p:spPr>
            <a:xfrm>
              <a:off x="6276650" y="2626495"/>
              <a:ext cx="915885" cy="67689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8834B9A-765D-93D6-1CEA-8AE21FF0D286}"/>
                </a:ext>
              </a:extLst>
            </p:cNvPr>
            <p:cNvSpPr/>
            <p:nvPr/>
          </p:nvSpPr>
          <p:spPr>
            <a:xfrm>
              <a:off x="6303365" y="2655200"/>
              <a:ext cx="915885" cy="67689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F469351-BAC0-AB8A-0B6A-3EB7047EFE93}"/>
                </a:ext>
              </a:extLst>
            </p:cNvPr>
            <p:cNvSpPr/>
            <p:nvPr/>
          </p:nvSpPr>
          <p:spPr>
            <a:xfrm>
              <a:off x="6328732" y="2683905"/>
              <a:ext cx="915885" cy="67689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D41E3EE-F233-D93E-37B3-3C218DD69DF2}"/>
                </a:ext>
              </a:extLst>
            </p:cNvPr>
            <p:cNvSpPr/>
            <p:nvPr/>
          </p:nvSpPr>
          <p:spPr>
            <a:xfrm>
              <a:off x="6367292" y="2710992"/>
              <a:ext cx="915885" cy="676894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797858F-A789-DB11-3792-86223F16530E}"/>
                </a:ext>
              </a:extLst>
            </p:cNvPr>
            <p:cNvSpPr/>
            <p:nvPr/>
          </p:nvSpPr>
          <p:spPr>
            <a:xfrm>
              <a:off x="6388671" y="2740002"/>
              <a:ext cx="915885" cy="67689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F7AD534-AA59-F301-F0E3-582023B4FED5}"/>
                </a:ext>
              </a:extLst>
            </p:cNvPr>
            <p:cNvSpPr/>
            <p:nvPr/>
          </p:nvSpPr>
          <p:spPr>
            <a:xfrm>
              <a:off x="6422081" y="2769854"/>
              <a:ext cx="915885" cy="67689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EC8AFAE-064D-A670-FCDB-7078C1808656}"/>
                </a:ext>
              </a:extLst>
            </p:cNvPr>
            <p:cNvSpPr/>
            <p:nvPr/>
          </p:nvSpPr>
          <p:spPr>
            <a:xfrm>
              <a:off x="6453379" y="2803031"/>
              <a:ext cx="915885" cy="67689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7EA86FF-0499-72DC-C315-1E12C453D5ED}"/>
                </a:ext>
              </a:extLst>
            </p:cNvPr>
            <p:cNvSpPr/>
            <p:nvPr/>
          </p:nvSpPr>
          <p:spPr>
            <a:xfrm>
              <a:off x="6488111" y="2824430"/>
              <a:ext cx="915885" cy="676894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0630C2A-5FFC-78D9-3C21-E1A86AAB721E}"/>
                </a:ext>
              </a:extLst>
            </p:cNvPr>
            <p:cNvSpPr/>
            <p:nvPr/>
          </p:nvSpPr>
          <p:spPr>
            <a:xfrm>
              <a:off x="6525749" y="2851839"/>
              <a:ext cx="915885" cy="67689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37DC9FE-C342-8BEA-DF2F-8CF732EB7476}"/>
                </a:ext>
              </a:extLst>
            </p:cNvPr>
            <p:cNvSpPr/>
            <p:nvPr/>
          </p:nvSpPr>
          <p:spPr>
            <a:xfrm>
              <a:off x="6559084" y="2872086"/>
              <a:ext cx="915885" cy="67689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0610172-A0B6-B5B9-E7AE-797ED7522165}"/>
                </a:ext>
              </a:extLst>
            </p:cNvPr>
            <p:cNvSpPr/>
            <p:nvPr/>
          </p:nvSpPr>
          <p:spPr>
            <a:xfrm>
              <a:off x="6602172" y="2908793"/>
              <a:ext cx="915885" cy="67689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57DAFB8-A5F9-7183-3CC7-69A915915730}"/>
                </a:ext>
              </a:extLst>
            </p:cNvPr>
            <p:cNvSpPr/>
            <p:nvPr/>
          </p:nvSpPr>
          <p:spPr>
            <a:xfrm>
              <a:off x="6638906" y="2941970"/>
              <a:ext cx="915885" cy="676894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81CDA76C-903C-B1D1-46DD-3357973B65B4}"/>
                </a:ext>
              </a:extLst>
            </p:cNvPr>
            <p:cNvSpPr/>
            <p:nvPr/>
          </p:nvSpPr>
          <p:spPr>
            <a:xfrm>
              <a:off x="7337828" y="3416737"/>
              <a:ext cx="143391" cy="117996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C228A424-9058-B936-5B7F-69F4EA596E08}"/>
                </a:ext>
              </a:extLst>
            </p:cNvPr>
            <p:cNvSpPr/>
            <p:nvPr/>
          </p:nvSpPr>
          <p:spPr>
            <a:xfrm>
              <a:off x="6807572" y="3019768"/>
              <a:ext cx="45719" cy="4571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AD665CC2-A1EF-2F71-DEB0-C6EA713B645B}"/>
              </a:ext>
            </a:extLst>
          </p:cNvPr>
          <p:cNvGrpSpPr/>
          <p:nvPr/>
        </p:nvGrpSpPr>
        <p:grpSpPr>
          <a:xfrm>
            <a:off x="3142013" y="2575070"/>
            <a:ext cx="1228195" cy="1017605"/>
            <a:chOff x="4391363" y="2467925"/>
            <a:chExt cx="1253838" cy="1033399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7394F5-C1FD-87E0-C469-C13598005BE7}"/>
                </a:ext>
              </a:extLst>
            </p:cNvPr>
            <p:cNvSpPr/>
            <p:nvPr/>
          </p:nvSpPr>
          <p:spPr>
            <a:xfrm>
              <a:off x="4391363" y="2467925"/>
              <a:ext cx="1000495" cy="77189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B30FBB7-E14C-0036-7477-1FF4DD95C2E7}"/>
                </a:ext>
              </a:extLst>
            </p:cNvPr>
            <p:cNvSpPr/>
            <p:nvPr/>
          </p:nvSpPr>
          <p:spPr>
            <a:xfrm>
              <a:off x="4412143" y="2489444"/>
              <a:ext cx="1000495" cy="771896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2F77130-6853-B440-C168-07C96F6FABC8}"/>
                </a:ext>
              </a:extLst>
            </p:cNvPr>
            <p:cNvSpPr/>
            <p:nvPr/>
          </p:nvSpPr>
          <p:spPr>
            <a:xfrm>
              <a:off x="4433420" y="2523826"/>
              <a:ext cx="1000495" cy="77189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A748EDA-969B-0813-9337-6BD885FD400B}"/>
                </a:ext>
              </a:extLst>
            </p:cNvPr>
            <p:cNvSpPr/>
            <p:nvPr/>
          </p:nvSpPr>
          <p:spPr>
            <a:xfrm>
              <a:off x="4448760" y="2545620"/>
              <a:ext cx="1000495" cy="77189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DA5A99F-A0E4-8A20-571C-E91414DD473D}"/>
                </a:ext>
              </a:extLst>
            </p:cNvPr>
            <p:cNvSpPr/>
            <p:nvPr/>
          </p:nvSpPr>
          <p:spPr>
            <a:xfrm>
              <a:off x="4472017" y="2572823"/>
              <a:ext cx="1000495" cy="77189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1B35592-376E-8BC4-4171-94E0487019FC}"/>
                </a:ext>
              </a:extLst>
            </p:cNvPr>
            <p:cNvSpPr/>
            <p:nvPr/>
          </p:nvSpPr>
          <p:spPr>
            <a:xfrm>
              <a:off x="4499726" y="2600531"/>
              <a:ext cx="1000495" cy="771896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C37CBDB-6FD4-7A47-5D05-044649C78C8B}"/>
                </a:ext>
              </a:extLst>
            </p:cNvPr>
            <p:cNvSpPr/>
            <p:nvPr/>
          </p:nvSpPr>
          <p:spPr>
            <a:xfrm>
              <a:off x="4527435" y="2628239"/>
              <a:ext cx="1000495" cy="77189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76DB96B-7779-CAD1-4B30-EE54AD277150}"/>
                </a:ext>
              </a:extLst>
            </p:cNvPr>
            <p:cNvSpPr/>
            <p:nvPr/>
          </p:nvSpPr>
          <p:spPr>
            <a:xfrm>
              <a:off x="4555144" y="2656680"/>
              <a:ext cx="1000495" cy="771896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8A6530E-EA1C-4723-49D3-E72C12E4610C}"/>
                </a:ext>
              </a:extLst>
            </p:cNvPr>
            <p:cNvSpPr/>
            <p:nvPr/>
          </p:nvSpPr>
          <p:spPr>
            <a:xfrm>
              <a:off x="4593740" y="2681679"/>
              <a:ext cx="1000495" cy="77189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F72EE2B-04A0-D1E2-F688-FED7788C8BB1}"/>
                </a:ext>
              </a:extLst>
            </p:cNvPr>
            <p:cNvSpPr/>
            <p:nvPr/>
          </p:nvSpPr>
          <p:spPr>
            <a:xfrm>
              <a:off x="4620954" y="2707909"/>
              <a:ext cx="1000495" cy="771896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0411AAD-F0B7-F18E-DF63-826D1E55B203}"/>
                </a:ext>
              </a:extLst>
            </p:cNvPr>
            <p:cNvSpPr/>
            <p:nvPr/>
          </p:nvSpPr>
          <p:spPr>
            <a:xfrm>
              <a:off x="4644706" y="2729428"/>
              <a:ext cx="1000495" cy="771896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7949C7A8-482D-3BAE-9485-7385E92C870E}"/>
                </a:ext>
              </a:extLst>
            </p:cNvPr>
            <p:cNvSpPr/>
            <p:nvPr/>
          </p:nvSpPr>
          <p:spPr>
            <a:xfrm>
              <a:off x="4751294" y="3354416"/>
              <a:ext cx="45719" cy="4571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3E806EEA-C050-C2E7-6A28-002FE56058BB}"/>
                </a:ext>
              </a:extLst>
            </p:cNvPr>
            <p:cNvSpPr/>
            <p:nvPr/>
          </p:nvSpPr>
          <p:spPr>
            <a:xfrm>
              <a:off x="5284011" y="2809834"/>
              <a:ext cx="143391" cy="117996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5415CAFE-7CEC-9EC6-9A6F-3EFBD520212A}"/>
              </a:ext>
            </a:extLst>
          </p:cNvPr>
          <p:cNvCxnSpPr>
            <a:cxnSpLocks/>
            <a:stCxn id="240" idx="3"/>
            <a:endCxn id="238" idx="2"/>
          </p:cNvCxnSpPr>
          <p:nvPr/>
        </p:nvCxnSpPr>
        <p:spPr>
          <a:xfrm>
            <a:off x="4156863" y="2969850"/>
            <a:ext cx="1121873" cy="305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765F10B5-E865-7752-A5A3-1141A2A4FA78}"/>
              </a:ext>
            </a:extLst>
          </p:cNvPr>
          <p:cNvCxnSpPr>
            <a:cxnSpLocks/>
            <a:stCxn id="240" idx="0"/>
            <a:endCxn id="238" idx="4"/>
          </p:cNvCxnSpPr>
          <p:nvPr/>
        </p:nvCxnSpPr>
        <p:spPr>
          <a:xfrm>
            <a:off x="4086634" y="2911753"/>
            <a:ext cx="1214082" cy="1107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17768B4-78A3-327B-EF01-2256C9E543BE}"/>
              </a:ext>
            </a:extLst>
          </p:cNvPr>
          <p:cNvGrpSpPr/>
          <p:nvPr/>
        </p:nvGrpSpPr>
        <p:grpSpPr>
          <a:xfrm>
            <a:off x="5857525" y="2385208"/>
            <a:ext cx="1364395" cy="1033901"/>
            <a:chOff x="7477619" y="2471387"/>
            <a:chExt cx="1364395" cy="1033901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D000CD6-CAB8-BDE3-A0EC-E5E12AB9FD7C}"/>
                </a:ext>
              </a:extLst>
            </p:cNvPr>
            <p:cNvSpPr/>
            <p:nvPr/>
          </p:nvSpPr>
          <p:spPr>
            <a:xfrm>
              <a:off x="7729518" y="2471387"/>
              <a:ext cx="639045" cy="5942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84B2E83-0A5B-93F2-F09C-EEBB72E62E71}"/>
                </a:ext>
              </a:extLst>
            </p:cNvPr>
            <p:cNvSpPr/>
            <p:nvPr/>
          </p:nvSpPr>
          <p:spPr>
            <a:xfrm>
              <a:off x="7749805" y="2493641"/>
              <a:ext cx="639045" cy="59427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EB3605E-6069-F39C-0E80-765F22BCD663}"/>
                </a:ext>
              </a:extLst>
            </p:cNvPr>
            <p:cNvSpPr/>
            <p:nvPr/>
          </p:nvSpPr>
          <p:spPr>
            <a:xfrm>
              <a:off x="7777514" y="2515895"/>
              <a:ext cx="639045" cy="5942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595D282-CA7D-29DD-F91A-71BF095CB59E}"/>
                </a:ext>
              </a:extLst>
            </p:cNvPr>
            <p:cNvSpPr/>
            <p:nvPr/>
          </p:nvSpPr>
          <p:spPr>
            <a:xfrm>
              <a:off x="7803642" y="2539777"/>
              <a:ext cx="639045" cy="5942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EBA03DF-7735-6EBA-1A99-EB56F5B37933}"/>
                </a:ext>
              </a:extLst>
            </p:cNvPr>
            <p:cNvSpPr/>
            <p:nvPr/>
          </p:nvSpPr>
          <p:spPr>
            <a:xfrm>
              <a:off x="7826374" y="2562175"/>
              <a:ext cx="639045" cy="59427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C983BFF-D524-D28C-82AA-92FCF4513391}"/>
                </a:ext>
              </a:extLst>
            </p:cNvPr>
            <p:cNvSpPr/>
            <p:nvPr/>
          </p:nvSpPr>
          <p:spPr>
            <a:xfrm>
              <a:off x="7853089" y="2584573"/>
              <a:ext cx="639045" cy="5942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00F12B3-A882-2D22-9364-90EF181CD596}"/>
                </a:ext>
              </a:extLst>
            </p:cNvPr>
            <p:cNvSpPr/>
            <p:nvPr/>
          </p:nvSpPr>
          <p:spPr>
            <a:xfrm>
              <a:off x="7885254" y="2604244"/>
              <a:ext cx="639045" cy="5942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93E66B4-C8CA-44AD-9F08-A8945B37BBA1}"/>
                </a:ext>
              </a:extLst>
            </p:cNvPr>
            <p:cNvSpPr/>
            <p:nvPr/>
          </p:nvSpPr>
          <p:spPr>
            <a:xfrm>
              <a:off x="7910621" y="2630331"/>
              <a:ext cx="639045" cy="5942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32D4B63-467B-D73C-EA54-5FA9186F1327}"/>
                </a:ext>
              </a:extLst>
            </p:cNvPr>
            <p:cNvSpPr/>
            <p:nvPr/>
          </p:nvSpPr>
          <p:spPr>
            <a:xfrm>
              <a:off x="7943275" y="2650984"/>
              <a:ext cx="639045" cy="59427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2DF8E9B-8451-5D48-0CFD-614888727C30}"/>
                </a:ext>
              </a:extLst>
            </p:cNvPr>
            <p:cNvSpPr/>
            <p:nvPr/>
          </p:nvSpPr>
          <p:spPr>
            <a:xfrm>
              <a:off x="7973706" y="2677724"/>
              <a:ext cx="639045" cy="5942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21745DB-0321-8018-C5BD-7576F0511B41}"/>
                </a:ext>
              </a:extLst>
            </p:cNvPr>
            <p:cNvSpPr/>
            <p:nvPr/>
          </p:nvSpPr>
          <p:spPr>
            <a:xfrm>
              <a:off x="8004137" y="2704464"/>
              <a:ext cx="639045" cy="5942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6F9BE79-6768-6BB7-C2F6-9768B831756F}"/>
                </a:ext>
              </a:extLst>
            </p:cNvPr>
            <p:cNvSpPr/>
            <p:nvPr/>
          </p:nvSpPr>
          <p:spPr>
            <a:xfrm>
              <a:off x="8034568" y="2737816"/>
              <a:ext cx="639045" cy="5942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723D98F-A56B-905B-2655-D650D7441134}"/>
                </a:ext>
              </a:extLst>
            </p:cNvPr>
            <p:cNvSpPr/>
            <p:nvPr/>
          </p:nvSpPr>
          <p:spPr>
            <a:xfrm>
              <a:off x="8075755" y="2760094"/>
              <a:ext cx="639045" cy="59427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E03241E-21D7-CBE2-C223-3B4C546004A4}"/>
                </a:ext>
              </a:extLst>
            </p:cNvPr>
            <p:cNvSpPr/>
            <p:nvPr/>
          </p:nvSpPr>
          <p:spPr>
            <a:xfrm>
              <a:off x="8108403" y="2790518"/>
              <a:ext cx="639045" cy="5942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6F4A478-6A14-2AEE-F4E5-D834EE84AF01}"/>
                </a:ext>
              </a:extLst>
            </p:cNvPr>
            <p:cNvSpPr/>
            <p:nvPr/>
          </p:nvSpPr>
          <p:spPr>
            <a:xfrm>
              <a:off x="8141051" y="2813034"/>
              <a:ext cx="639045" cy="5942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BECAEF4-7296-3D3B-B4C7-C189A4845120}"/>
                </a:ext>
              </a:extLst>
            </p:cNvPr>
            <p:cNvSpPr/>
            <p:nvPr/>
          </p:nvSpPr>
          <p:spPr>
            <a:xfrm>
              <a:off x="8166490" y="2852128"/>
              <a:ext cx="639045" cy="594278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E7DF38E-376D-4D13-F436-28D0400EFD9B}"/>
                </a:ext>
              </a:extLst>
            </p:cNvPr>
            <p:cNvSpPr/>
            <p:nvPr/>
          </p:nvSpPr>
          <p:spPr>
            <a:xfrm>
              <a:off x="8202969" y="2885401"/>
              <a:ext cx="639045" cy="59427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6C45E356-0CB9-6F9F-FB39-7DB5B7FB4F76}"/>
                </a:ext>
              </a:extLst>
            </p:cNvPr>
            <p:cNvSpPr/>
            <p:nvPr/>
          </p:nvSpPr>
          <p:spPr>
            <a:xfrm>
              <a:off x="8370840" y="3357490"/>
              <a:ext cx="45719" cy="4571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7670194F-DF87-A529-384A-8D0AB70B4776}"/>
                </a:ext>
              </a:extLst>
            </p:cNvPr>
            <p:cNvCxnSpPr>
              <a:cxnSpLocks/>
              <a:stCxn id="237" idx="0"/>
              <a:endCxn id="239" idx="0"/>
            </p:cNvCxnSpPr>
            <p:nvPr/>
          </p:nvCxnSpPr>
          <p:spPr>
            <a:xfrm flipV="1">
              <a:off x="7477619" y="3357490"/>
              <a:ext cx="916081" cy="90765"/>
            </a:xfrm>
            <a:prstGeom prst="line">
              <a:avLst/>
            </a:prstGeom>
            <a:grpFill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3D8CB32B-9212-08DA-7D60-74F5A9422416}"/>
                </a:ext>
              </a:extLst>
            </p:cNvPr>
            <p:cNvCxnSpPr>
              <a:cxnSpLocks/>
              <a:stCxn id="237" idx="3"/>
              <a:endCxn id="239" idx="4"/>
            </p:cNvCxnSpPr>
            <p:nvPr/>
          </p:nvCxnSpPr>
          <p:spPr>
            <a:xfrm flipV="1">
              <a:off x="7546556" y="3403209"/>
              <a:ext cx="847144" cy="102079"/>
            </a:xfrm>
            <a:prstGeom prst="line">
              <a:avLst/>
            </a:prstGeom>
            <a:grpFill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74" name="TextBox 273">
            <a:extLst>
              <a:ext uri="{FF2B5EF4-FFF2-40B4-BE49-F238E27FC236}">
                <a16:creationId xmlns:a16="http://schemas.microsoft.com/office/drawing/2014/main" id="{1A074A86-5590-0727-A406-42E5CC5A0EE6}"/>
              </a:ext>
            </a:extLst>
          </p:cNvPr>
          <p:cNvSpPr txBox="1"/>
          <p:nvPr/>
        </p:nvSpPr>
        <p:spPr>
          <a:xfrm>
            <a:off x="352132" y="3777801"/>
            <a:ext cx="1300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AEF6AF-64AF-34BD-62DE-EDDFE80ECD69}"/>
              </a:ext>
            </a:extLst>
          </p:cNvPr>
          <p:cNvSpPr txBox="1"/>
          <p:nvPr/>
        </p:nvSpPr>
        <p:spPr>
          <a:xfrm>
            <a:off x="11051324" y="2269717"/>
            <a:ext cx="1082482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FF0000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Leak</a:t>
            </a:r>
            <a:endParaRPr lang="en-PK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8DDEAF-0D59-1FDA-3AED-0A380AE81FAB}"/>
              </a:ext>
            </a:extLst>
          </p:cNvPr>
          <p:cNvSpPr txBox="1"/>
          <p:nvPr/>
        </p:nvSpPr>
        <p:spPr>
          <a:xfrm>
            <a:off x="11045576" y="2736897"/>
            <a:ext cx="1082804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accent6">
                <a:lumMod val="5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Non-Leak</a:t>
            </a:r>
            <a:endParaRPr lang="en-P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A close-up of a rainbow&#10;&#10;Description automatically generated">
            <a:extLst>
              <a:ext uri="{FF2B5EF4-FFF2-40B4-BE49-F238E27FC236}">
                <a16:creationId xmlns:a16="http://schemas.microsoft.com/office/drawing/2014/main" id="{93A701EB-4AF0-46A1-C430-B9B5514F8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33" y="2737144"/>
            <a:ext cx="782442" cy="69792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D5A5B91-729E-5929-AD64-D2663E31B391}"/>
              </a:ext>
            </a:extLst>
          </p:cNvPr>
          <p:cNvSpPr/>
          <p:nvPr/>
        </p:nvSpPr>
        <p:spPr>
          <a:xfrm>
            <a:off x="873067" y="3171268"/>
            <a:ext cx="143391" cy="117996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2172175-DA2F-91F0-0362-7FA7E8E5E7DE}"/>
              </a:ext>
            </a:extLst>
          </p:cNvPr>
          <p:cNvCxnSpPr>
            <a:cxnSpLocks/>
            <a:stCxn id="27" idx="3"/>
            <a:endCxn id="236" idx="7"/>
          </p:cNvCxnSpPr>
          <p:nvPr/>
        </p:nvCxnSpPr>
        <p:spPr>
          <a:xfrm flipV="1">
            <a:off x="1016458" y="3053592"/>
            <a:ext cx="996201" cy="17667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E1603F8-4338-4DE7-22A4-5EB2928AC708}"/>
              </a:ext>
            </a:extLst>
          </p:cNvPr>
          <p:cNvCxnSpPr>
            <a:cxnSpLocks/>
            <a:stCxn id="27" idx="2"/>
            <a:endCxn id="236" idx="3"/>
          </p:cNvCxnSpPr>
          <p:nvPr/>
        </p:nvCxnSpPr>
        <p:spPr>
          <a:xfrm flipV="1">
            <a:off x="944763" y="3086055"/>
            <a:ext cx="1036746" cy="2032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D3FBF818-A6FB-0B0F-49DA-49FD34A214E6}"/>
              </a:ext>
            </a:extLst>
          </p:cNvPr>
          <p:cNvGrpSpPr/>
          <p:nvPr/>
        </p:nvGrpSpPr>
        <p:grpSpPr>
          <a:xfrm>
            <a:off x="7307049" y="2382827"/>
            <a:ext cx="1167923" cy="1097389"/>
            <a:chOff x="7552022" y="2390909"/>
            <a:chExt cx="1616788" cy="1229655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FE785DB-A873-881A-51A0-6FB29F177C20}"/>
                </a:ext>
              </a:extLst>
            </p:cNvPr>
            <p:cNvSpPr/>
            <p:nvPr/>
          </p:nvSpPr>
          <p:spPr>
            <a:xfrm>
              <a:off x="7552022" y="2390909"/>
              <a:ext cx="981960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EF8E632-133D-FE0D-AD13-98648BBDC1EF}"/>
                </a:ext>
              </a:extLst>
            </p:cNvPr>
            <p:cNvSpPr/>
            <p:nvPr/>
          </p:nvSpPr>
          <p:spPr>
            <a:xfrm>
              <a:off x="7581702" y="2429203"/>
              <a:ext cx="981961" cy="61197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BE64C40-5EA8-3440-1709-F0BBFEA56181}"/>
                </a:ext>
              </a:extLst>
            </p:cNvPr>
            <p:cNvSpPr/>
            <p:nvPr/>
          </p:nvSpPr>
          <p:spPr>
            <a:xfrm>
              <a:off x="7610401" y="2464829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9D16877-1A3C-81BD-80E1-9D24ED4D5446}"/>
                </a:ext>
              </a:extLst>
            </p:cNvPr>
            <p:cNvSpPr/>
            <p:nvPr/>
          </p:nvSpPr>
          <p:spPr>
            <a:xfrm>
              <a:off x="7643058" y="2499465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B7B6EDF-9F6E-E9EB-F59C-C2DE8453155D}"/>
                </a:ext>
              </a:extLst>
            </p:cNvPr>
            <p:cNvSpPr/>
            <p:nvPr/>
          </p:nvSpPr>
          <p:spPr>
            <a:xfrm>
              <a:off x="7675715" y="2534101"/>
              <a:ext cx="981961" cy="61197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9E7C5AF7-1C26-C3C5-6D0F-FAAF4D670685}"/>
                </a:ext>
              </a:extLst>
            </p:cNvPr>
            <p:cNvSpPr/>
            <p:nvPr/>
          </p:nvSpPr>
          <p:spPr>
            <a:xfrm>
              <a:off x="7702435" y="2568737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48E49F1-13CD-42EC-F20D-62090507A0AE}"/>
                </a:ext>
              </a:extLst>
            </p:cNvPr>
            <p:cNvSpPr/>
            <p:nvPr/>
          </p:nvSpPr>
          <p:spPr>
            <a:xfrm>
              <a:off x="7738061" y="2607331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6B4122D5-728C-1EE8-6E16-4CDA7AFA42B2}"/>
                </a:ext>
              </a:extLst>
            </p:cNvPr>
            <p:cNvSpPr/>
            <p:nvPr/>
          </p:nvSpPr>
          <p:spPr>
            <a:xfrm>
              <a:off x="7759832" y="2638009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2EE0C90-2EDF-D297-D5F0-EF825C90C08F}"/>
                </a:ext>
              </a:extLst>
            </p:cNvPr>
            <p:cNvSpPr/>
            <p:nvPr/>
          </p:nvSpPr>
          <p:spPr>
            <a:xfrm>
              <a:off x="7796449" y="2669187"/>
              <a:ext cx="981961" cy="61197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E447B39B-44EC-F2D7-E955-8FB621BAEF2E}"/>
                </a:ext>
              </a:extLst>
            </p:cNvPr>
            <p:cNvSpPr/>
            <p:nvPr/>
          </p:nvSpPr>
          <p:spPr>
            <a:xfrm>
              <a:off x="7832570" y="2690706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83096EF-462A-ECD5-02E5-44D376F01818}"/>
                </a:ext>
              </a:extLst>
            </p:cNvPr>
            <p:cNvSpPr/>
            <p:nvPr/>
          </p:nvSpPr>
          <p:spPr>
            <a:xfrm>
              <a:off x="7868691" y="2712225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F96D93B-7D76-4A9B-A451-7C9486E4F34C}"/>
                </a:ext>
              </a:extLst>
            </p:cNvPr>
            <p:cNvSpPr/>
            <p:nvPr/>
          </p:nvSpPr>
          <p:spPr>
            <a:xfrm>
              <a:off x="7904812" y="2751803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57580C9-0CD0-D36D-26C2-8199247524C7}"/>
                </a:ext>
              </a:extLst>
            </p:cNvPr>
            <p:cNvSpPr/>
            <p:nvPr/>
          </p:nvSpPr>
          <p:spPr>
            <a:xfrm>
              <a:off x="7940933" y="2787183"/>
              <a:ext cx="981961" cy="61197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E105EA7-BC65-FB4D-34DC-0792D9DB0C3D}"/>
                </a:ext>
              </a:extLst>
            </p:cNvPr>
            <p:cNvSpPr/>
            <p:nvPr/>
          </p:nvSpPr>
          <p:spPr>
            <a:xfrm>
              <a:off x="7977054" y="2825911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F1EA7971-D65F-2A9B-B39C-A7C2BF50F6A0}"/>
                </a:ext>
              </a:extLst>
            </p:cNvPr>
            <p:cNvSpPr/>
            <p:nvPr/>
          </p:nvSpPr>
          <p:spPr>
            <a:xfrm>
              <a:off x="8013175" y="2872296"/>
              <a:ext cx="981961" cy="611977"/>
            </a:xfrm>
            <a:prstGeom prst="rect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3A06829C-2B07-F40E-3F47-DF163590DABA}"/>
                </a:ext>
              </a:extLst>
            </p:cNvPr>
            <p:cNvSpPr/>
            <p:nvPr/>
          </p:nvSpPr>
          <p:spPr>
            <a:xfrm>
              <a:off x="8040880" y="2886403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C3CD3E3-34CA-668B-49DA-550FE7F325AE}"/>
                </a:ext>
              </a:extLst>
            </p:cNvPr>
            <p:cNvSpPr/>
            <p:nvPr/>
          </p:nvSpPr>
          <p:spPr>
            <a:xfrm>
              <a:off x="8066857" y="2901742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C893CC4-B3CA-4BEA-7B6E-8D91BF8E69D3}"/>
                </a:ext>
              </a:extLst>
            </p:cNvPr>
            <p:cNvSpPr/>
            <p:nvPr/>
          </p:nvSpPr>
          <p:spPr>
            <a:xfrm>
              <a:off x="8094941" y="2929953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070F2D9E-BF87-34B4-55CB-35F4FF71164F}"/>
                </a:ext>
              </a:extLst>
            </p:cNvPr>
            <p:cNvSpPr/>
            <p:nvPr/>
          </p:nvSpPr>
          <p:spPr>
            <a:xfrm>
              <a:off x="8127003" y="2969270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441C0A5-28EE-DE4F-1FC9-9CF8AB1D8B29}"/>
                </a:ext>
              </a:extLst>
            </p:cNvPr>
            <p:cNvSpPr/>
            <p:nvPr/>
          </p:nvSpPr>
          <p:spPr>
            <a:xfrm>
              <a:off x="8153630" y="2994362"/>
              <a:ext cx="981961" cy="61197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68A128F8-87D7-5096-16E4-B3FDCAB4FD39}"/>
                </a:ext>
              </a:extLst>
            </p:cNvPr>
            <p:cNvSpPr/>
            <p:nvPr/>
          </p:nvSpPr>
          <p:spPr>
            <a:xfrm>
              <a:off x="8186849" y="3008586"/>
              <a:ext cx="981961" cy="611978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58238EC9-4ECC-56A1-EAEB-7A0F24DB7003}"/>
                </a:ext>
              </a:extLst>
            </p:cNvPr>
            <p:cNvSpPr/>
            <p:nvPr/>
          </p:nvSpPr>
          <p:spPr>
            <a:xfrm>
              <a:off x="8967630" y="3332129"/>
              <a:ext cx="125470" cy="85644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C895931-9ED7-2AFE-092D-5AEAAFD36E2C}"/>
                </a:ext>
              </a:extLst>
            </p:cNvPr>
            <p:cNvSpPr/>
            <p:nvPr/>
          </p:nvSpPr>
          <p:spPr>
            <a:xfrm>
              <a:off x="8253451" y="3086808"/>
              <a:ext cx="45719" cy="4571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9F02C6B9-B244-7836-E69B-2DC3DDBA9FEC}"/>
              </a:ext>
            </a:extLst>
          </p:cNvPr>
          <p:cNvGrpSpPr/>
          <p:nvPr/>
        </p:nvGrpSpPr>
        <p:grpSpPr>
          <a:xfrm>
            <a:off x="8536574" y="2536675"/>
            <a:ext cx="861988" cy="768870"/>
            <a:chOff x="8536574" y="2536675"/>
            <a:chExt cx="861988" cy="768870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E5460F25-05CF-E604-140C-30FEDA939FB3}"/>
                </a:ext>
              </a:extLst>
            </p:cNvPr>
            <p:cNvSpPr/>
            <p:nvPr/>
          </p:nvSpPr>
          <p:spPr>
            <a:xfrm>
              <a:off x="8536574" y="2536675"/>
              <a:ext cx="549279" cy="443931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47EDDB2D-3E5F-F6B4-6410-D4684129994C}"/>
                </a:ext>
              </a:extLst>
            </p:cNvPr>
            <p:cNvSpPr/>
            <p:nvPr/>
          </p:nvSpPr>
          <p:spPr>
            <a:xfrm>
              <a:off x="8562349" y="2566316"/>
              <a:ext cx="549279" cy="4439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98508B65-6A3B-3679-6F20-8C4861B5C763}"/>
                </a:ext>
              </a:extLst>
            </p:cNvPr>
            <p:cNvSpPr/>
            <p:nvPr/>
          </p:nvSpPr>
          <p:spPr>
            <a:xfrm>
              <a:off x="8591262" y="2592314"/>
              <a:ext cx="549279" cy="4439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ED257444-1CB7-3357-A51F-A25988C6ADB4}"/>
                </a:ext>
              </a:extLst>
            </p:cNvPr>
            <p:cNvSpPr/>
            <p:nvPr/>
          </p:nvSpPr>
          <p:spPr>
            <a:xfrm>
              <a:off x="8619692" y="2616868"/>
              <a:ext cx="549279" cy="4439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4140C32-1280-3743-DB4E-DFE28049B9A0}"/>
                </a:ext>
              </a:extLst>
            </p:cNvPr>
            <p:cNvSpPr/>
            <p:nvPr/>
          </p:nvSpPr>
          <p:spPr>
            <a:xfrm>
              <a:off x="8640472" y="2643149"/>
              <a:ext cx="549279" cy="443931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8962556-3D36-FFD3-1569-D2D73B1F43D2}"/>
                </a:ext>
              </a:extLst>
            </p:cNvPr>
            <p:cNvSpPr/>
            <p:nvPr/>
          </p:nvSpPr>
          <p:spPr>
            <a:xfrm>
              <a:off x="8661749" y="2677531"/>
              <a:ext cx="549279" cy="4439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9A7EA5C-8295-9B1D-4452-102B85963F6E}"/>
                </a:ext>
              </a:extLst>
            </p:cNvPr>
            <p:cNvSpPr/>
            <p:nvPr/>
          </p:nvSpPr>
          <p:spPr>
            <a:xfrm>
              <a:off x="8677089" y="2699325"/>
              <a:ext cx="549279" cy="4439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0C7119D-0AE1-FBB2-8886-ECC2771EC92D}"/>
                </a:ext>
              </a:extLst>
            </p:cNvPr>
            <p:cNvSpPr/>
            <p:nvPr/>
          </p:nvSpPr>
          <p:spPr>
            <a:xfrm>
              <a:off x="8700346" y="2726528"/>
              <a:ext cx="549279" cy="4439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21AFEB7-CF85-590B-FB7D-22FC95984971}"/>
                </a:ext>
              </a:extLst>
            </p:cNvPr>
            <p:cNvSpPr/>
            <p:nvPr/>
          </p:nvSpPr>
          <p:spPr>
            <a:xfrm>
              <a:off x="8728055" y="2754236"/>
              <a:ext cx="549279" cy="443931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3EA7447B-54B6-343A-FD74-4E5CFCF42226}"/>
                </a:ext>
              </a:extLst>
            </p:cNvPr>
            <p:cNvSpPr/>
            <p:nvPr/>
          </p:nvSpPr>
          <p:spPr>
            <a:xfrm>
              <a:off x="8755764" y="2781944"/>
              <a:ext cx="549279" cy="4439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F815EC1-58CF-72C0-666F-71A45AA8FFF8}"/>
                </a:ext>
              </a:extLst>
            </p:cNvPr>
            <p:cNvSpPr/>
            <p:nvPr/>
          </p:nvSpPr>
          <p:spPr>
            <a:xfrm>
              <a:off x="8783473" y="2810385"/>
              <a:ext cx="549279" cy="443931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8721F1E-7A8A-F03E-D6E0-8B8E8A7D91B5}"/>
                </a:ext>
              </a:extLst>
            </p:cNvPr>
            <p:cNvSpPr/>
            <p:nvPr/>
          </p:nvSpPr>
          <p:spPr>
            <a:xfrm>
              <a:off x="8822069" y="2835384"/>
              <a:ext cx="549279" cy="4439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246BAFE-5730-4DEC-7153-9C6D73220118}"/>
                </a:ext>
              </a:extLst>
            </p:cNvPr>
            <p:cNvSpPr/>
            <p:nvPr/>
          </p:nvSpPr>
          <p:spPr>
            <a:xfrm>
              <a:off x="8849283" y="2861614"/>
              <a:ext cx="549279" cy="44393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6DDE1941-EBDC-E85D-C093-709547844981}"/>
                </a:ext>
              </a:extLst>
            </p:cNvPr>
            <p:cNvSpPr/>
            <p:nvPr/>
          </p:nvSpPr>
          <p:spPr>
            <a:xfrm>
              <a:off x="9138817" y="3173967"/>
              <a:ext cx="45719" cy="4571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2BDEA34-91C5-F6FE-9D76-9E0C44285086}"/>
              </a:ext>
            </a:extLst>
          </p:cNvPr>
          <p:cNvCxnSpPr>
            <a:cxnSpLocks/>
            <a:stCxn id="227" idx="0"/>
            <a:endCxn id="228" idx="1"/>
          </p:cNvCxnSpPr>
          <p:nvPr/>
        </p:nvCxnSpPr>
        <p:spPr>
          <a:xfrm flipV="1">
            <a:off x="2724374" y="3454605"/>
            <a:ext cx="776767" cy="4635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4366030F-416D-379C-5B46-E9BEB13031DF}"/>
              </a:ext>
            </a:extLst>
          </p:cNvPr>
          <p:cNvCxnSpPr>
            <a:cxnSpLocks/>
            <a:stCxn id="227" idx="3"/>
            <a:endCxn id="228" idx="2"/>
          </p:cNvCxnSpPr>
          <p:nvPr/>
        </p:nvCxnSpPr>
        <p:spPr>
          <a:xfrm flipV="1">
            <a:off x="2793455" y="3470522"/>
            <a:ext cx="701128" cy="896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B88F6509-6FEC-2901-5AAD-042A1AD92827}"/>
              </a:ext>
            </a:extLst>
          </p:cNvPr>
          <p:cNvCxnSpPr>
            <a:cxnSpLocks/>
            <a:stCxn id="118" idx="0"/>
            <a:endCxn id="84" idx="1"/>
          </p:cNvCxnSpPr>
          <p:nvPr/>
        </p:nvCxnSpPr>
        <p:spPr>
          <a:xfrm flipV="1">
            <a:off x="9030404" y="2306649"/>
            <a:ext cx="605274" cy="4752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18455A70-1B81-DA9F-529A-EA896C29FB27}"/>
              </a:ext>
            </a:extLst>
          </p:cNvPr>
          <p:cNvCxnSpPr>
            <a:cxnSpLocks/>
            <a:stCxn id="123" idx="0"/>
            <a:endCxn id="86" idx="1"/>
          </p:cNvCxnSpPr>
          <p:nvPr/>
        </p:nvCxnSpPr>
        <p:spPr>
          <a:xfrm flipV="1">
            <a:off x="9147675" y="2763849"/>
            <a:ext cx="488893" cy="1264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4EDB8B03-AE7D-BE1B-FB2C-A76CD5C5B4D4}"/>
              </a:ext>
            </a:extLst>
          </p:cNvPr>
          <p:cNvSpPr/>
          <p:nvPr/>
        </p:nvSpPr>
        <p:spPr>
          <a:xfrm>
            <a:off x="7078687" y="3233764"/>
            <a:ext cx="78723" cy="6786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EBFBDF9-4EFB-9D0D-9B58-FAC371268DC8}"/>
              </a:ext>
            </a:extLst>
          </p:cNvPr>
          <p:cNvCxnSpPr>
            <a:cxnSpLocks/>
            <a:stCxn id="144" idx="0"/>
            <a:endCxn id="145" idx="1"/>
          </p:cNvCxnSpPr>
          <p:nvPr/>
        </p:nvCxnSpPr>
        <p:spPr>
          <a:xfrm flipV="1">
            <a:off x="8374963" y="3180662"/>
            <a:ext cx="770549" cy="4214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7E0B93D7-A97A-FA1B-D464-095C0C11F13B}"/>
              </a:ext>
            </a:extLst>
          </p:cNvPr>
          <p:cNvCxnSpPr>
            <a:cxnSpLocks/>
            <a:stCxn id="144" idx="3"/>
            <a:endCxn id="145" idx="2"/>
          </p:cNvCxnSpPr>
          <p:nvPr/>
        </p:nvCxnSpPr>
        <p:spPr>
          <a:xfrm flipV="1">
            <a:off x="8420281" y="3196827"/>
            <a:ext cx="718536" cy="641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B9D7B642-D45C-660F-5C8E-A1334F95D5B1}"/>
              </a:ext>
            </a:extLst>
          </p:cNvPr>
          <p:cNvCxnSpPr>
            <a:cxnSpLocks/>
            <a:stCxn id="252" idx="0"/>
            <a:endCxn id="150" idx="2"/>
          </p:cNvCxnSpPr>
          <p:nvPr/>
        </p:nvCxnSpPr>
        <p:spPr>
          <a:xfrm flipV="1">
            <a:off x="7118049" y="3024274"/>
            <a:ext cx="695693" cy="20949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7D393182-EF78-C1D7-941D-E4E33E5228B2}"/>
              </a:ext>
            </a:extLst>
          </p:cNvPr>
          <p:cNvCxnSpPr>
            <a:cxnSpLocks/>
            <a:stCxn id="252" idx="3"/>
            <a:endCxn id="150" idx="2"/>
          </p:cNvCxnSpPr>
          <p:nvPr/>
        </p:nvCxnSpPr>
        <p:spPr>
          <a:xfrm flipV="1">
            <a:off x="7157410" y="3024274"/>
            <a:ext cx="656332" cy="2434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7" name="Left Brace 266">
            <a:extLst>
              <a:ext uri="{FF2B5EF4-FFF2-40B4-BE49-F238E27FC236}">
                <a16:creationId xmlns:a16="http://schemas.microsoft.com/office/drawing/2014/main" id="{451B118C-CBAE-E2C0-26DD-2DB35D5D7825}"/>
              </a:ext>
            </a:extLst>
          </p:cNvPr>
          <p:cNvSpPr/>
          <p:nvPr/>
        </p:nvSpPr>
        <p:spPr>
          <a:xfrm rot="5400000">
            <a:off x="7626490" y="1622017"/>
            <a:ext cx="166291" cy="114809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76936855-DA87-AFFF-65D0-5287AF37EC68}"/>
              </a:ext>
            </a:extLst>
          </p:cNvPr>
          <p:cNvSpPr txBox="1"/>
          <p:nvPr/>
        </p:nvSpPr>
        <p:spPr>
          <a:xfrm>
            <a:off x="4670468" y="1094436"/>
            <a:ext cx="2041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Conv_2</a:t>
            </a:r>
          </a:p>
          <a:p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(3x3) Kernel </a:t>
            </a:r>
          </a:p>
          <a:p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Padding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C5606B09-A7AE-4594-E8FE-511F8B82CC6B}"/>
              </a:ext>
            </a:extLst>
          </p:cNvPr>
          <p:cNvSpPr txBox="1"/>
          <p:nvPr/>
        </p:nvSpPr>
        <p:spPr>
          <a:xfrm>
            <a:off x="8420281" y="1600318"/>
            <a:ext cx="1599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Max- Pooling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(2x2)</a:t>
            </a:r>
          </a:p>
        </p:txBody>
      </p:sp>
      <p:sp>
        <p:nvSpPr>
          <p:cNvPr id="270" name="Left Brace 269">
            <a:extLst>
              <a:ext uri="{FF2B5EF4-FFF2-40B4-BE49-F238E27FC236}">
                <a16:creationId xmlns:a16="http://schemas.microsoft.com/office/drawing/2014/main" id="{6EDC0754-170C-F9D7-6A8B-7B263D1ED378}"/>
              </a:ext>
            </a:extLst>
          </p:cNvPr>
          <p:cNvSpPr/>
          <p:nvPr/>
        </p:nvSpPr>
        <p:spPr>
          <a:xfrm rot="5400000">
            <a:off x="8827109" y="1664997"/>
            <a:ext cx="187241" cy="1064135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3E6E9CD2-7FCF-C4DD-B862-C6DC86E29C7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0898357" y="2423606"/>
            <a:ext cx="152967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FA45230E-62D4-5B0C-CD90-EE226AE89652}"/>
              </a:ext>
            </a:extLst>
          </p:cNvPr>
          <p:cNvCxnSpPr>
            <a:endCxn id="21" idx="1"/>
          </p:cNvCxnSpPr>
          <p:nvPr/>
        </p:nvCxnSpPr>
        <p:spPr>
          <a:xfrm>
            <a:off x="10899514" y="2890785"/>
            <a:ext cx="146062" cy="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BC3D3167-5D5B-F4E8-7ED5-69DBB52EA39C}"/>
              </a:ext>
            </a:extLst>
          </p:cNvPr>
          <p:cNvCxnSpPr>
            <a:cxnSpLocks/>
          </p:cNvCxnSpPr>
          <p:nvPr/>
        </p:nvCxnSpPr>
        <p:spPr>
          <a:xfrm>
            <a:off x="10898357" y="2408432"/>
            <a:ext cx="0" cy="498559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45CE799-88F3-0941-E095-8E77F42D91B8}"/>
              </a:ext>
            </a:extLst>
          </p:cNvPr>
          <p:cNvSpPr/>
          <p:nvPr/>
        </p:nvSpPr>
        <p:spPr>
          <a:xfrm>
            <a:off x="8873035" y="2890276"/>
            <a:ext cx="549279" cy="4439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399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4844</TotalTime>
  <Words>81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울라 니아마트</dc:creator>
  <cp:lastModifiedBy>Muhammad Umar</cp:lastModifiedBy>
  <cp:revision>21</cp:revision>
  <dcterms:created xsi:type="dcterms:W3CDTF">2023-03-16T06:38:04Z</dcterms:created>
  <dcterms:modified xsi:type="dcterms:W3CDTF">2024-08-20T12:35:31Z</dcterms:modified>
</cp:coreProperties>
</file>